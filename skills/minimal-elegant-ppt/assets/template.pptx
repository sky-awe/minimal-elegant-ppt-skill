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3b33fe0ca34c84" /><Relationship Type="http://schemas.openxmlformats.org/officeDocument/2006/relationships/extended-properties" Target="/docProps/app.xml" Id="R68571732685c457f" /><Relationship Type="http://schemas.openxmlformats.org/officeDocument/2006/relationships/officeDocument" Target="/ppt/presentation.xml" Id="R986df726f6a743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08d928dfbc4ca0"/>
  </p:sldMasterIdLst>
  <p:notesMasterIdLst>
    <p:notesMasterId xmlns:r="http://schemas.openxmlformats.org/officeDocument/2006/relationships" r:id="R2e84b8b015794669"/>
  </p:notesMasterIdLst>
  <p:sldIdLst>
    <p:sldId xmlns:r="http://schemas.openxmlformats.org/officeDocument/2006/relationships" id="256" r:id="R318d0b5b95fe4b84"/>
    <p:sldId xmlns:r="http://schemas.openxmlformats.org/officeDocument/2006/relationships" id="257" r:id="R8bdd40621f3a44ac"/>
    <p:sldId xmlns:r="http://schemas.openxmlformats.org/officeDocument/2006/relationships" id="258" r:id="R352f94b41bb84148"/>
    <p:sldId xmlns:r="http://schemas.openxmlformats.org/officeDocument/2006/relationships" id="259" r:id="Rf6aa3d28b1074549"/>
    <p:sldId xmlns:r="http://schemas.openxmlformats.org/officeDocument/2006/relationships" id="260" r:id="R1b6f1aa9834b4efd"/>
    <p:sldId xmlns:r="http://schemas.openxmlformats.org/officeDocument/2006/relationships" id="261" r:id="Rb63730a147574527"/>
    <p:sldId xmlns:r="http://schemas.openxmlformats.org/officeDocument/2006/relationships" id="262" r:id="R493b9f0e0fa7487c"/>
    <p:sldId xmlns:r="http://schemas.openxmlformats.org/officeDocument/2006/relationships" id="263" r:id="R9c2f8d589d044a7d"/>
    <p:sldId xmlns:r="http://schemas.openxmlformats.org/officeDocument/2006/relationships" id="264" r:id="Rbed64f3c042541bc"/>
    <p:sldId xmlns:r="http://schemas.openxmlformats.org/officeDocument/2006/relationships" id="265" r:id="R4ab0e1b9da9e491a"/>
    <p:sldId xmlns:r="http://schemas.openxmlformats.org/officeDocument/2006/relationships" id="266" r:id="Rc1e5013448d24838"/>
    <p:sldId xmlns:r="http://schemas.openxmlformats.org/officeDocument/2006/relationships" id="267" r:id="R51a6ca99686c4b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a165a846944b1c" /><Relationship Type="http://schemas.openxmlformats.org/officeDocument/2006/relationships/slideMaster" Target="/ppt/slideMasters/slideMaster1.xml" Id="R6208d928dfbc4ca0" /><Relationship Type="http://schemas.openxmlformats.org/officeDocument/2006/relationships/notesMaster" Target="/ppt/notesMasters/notesMaster1.xml" Id="R2e84b8b015794669" /><Relationship Type="http://schemas.openxmlformats.org/officeDocument/2006/relationships/presProps" Target="/ppt/presProps.xml" Id="Raaea88c695d9447d" /><Relationship Type="http://schemas.openxmlformats.org/officeDocument/2006/relationships/tableStyles" Target="/ppt/tableStyles.xml" Id="Rad87d6ad716e4efc" /><Relationship Type="http://schemas.openxmlformats.org/officeDocument/2006/relationships/slide" Target="/ppt/slides/slide1.xml" Id="R318d0b5b95fe4b84" /><Relationship Type="http://schemas.openxmlformats.org/officeDocument/2006/relationships/slide" Target="/ppt/slides/slide2.xml" Id="R8bdd40621f3a44ac" /><Relationship Type="http://schemas.openxmlformats.org/officeDocument/2006/relationships/slide" Target="/ppt/slides/slide3.xml" Id="R352f94b41bb84148" /><Relationship Type="http://schemas.openxmlformats.org/officeDocument/2006/relationships/slide" Target="/ppt/slides/slide4.xml" Id="Rf6aa3d28b1074549" /><Relationship Type="http://schemas.openxmlformats.org/officeDocument/2006/relationships/slide" Target="/ppt/slides/slide5.xml" Id="R1b6f1aa9834b4efd" /><Relationship Type="http://schemas.openxmlformats.org/officeDocument/2006/relationships/slide" Target="/ppt/slides/slide6.xml" Id="Rb63730a147574527" /><Relationship Type="http://schemas.openxmlformats.org/officeDocument/2006/relationships/slide" Target="/ppt/slides/slide7.xml" Id="R493b9f0e0fa7487c" /><Relationship Type="http://schemas.openxmlformats.org/officeDocument/2006/relationships/slide" Target="/ppt/slides/slide8.xml" Id="R9c2f8d589d044a7d" /><Relationship Type="http://schemas.openxmlformats.org/officeDocument/2006/relationships/slide" Target="/ppt/slides/slide9.xml" Id="Rbed64f3c042541bc" /><Relationship Type="http://schemas.openxmlformats.org/officeDocument/2006/relationships/slide" Target="/ppt/slides/slide10.xml" Id="R4ab0e1b9da9e491a" /><Relationship Type="http://schemas.openxmlformats.org/officeDocument/2006/relationships/slide" Target="/ppt/slides/slide11.xml" Id="Rc1e5013448d24838" /><Relationship Type="http://schemas.openxmlformats.org/officeDocument/2006/relationships/slide" Target="/ppt/slides/slide12.xml" Id="R51a6ca99686c4b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c053fa52b74c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867547748b4506" /><Relationship Type="http://schemas.openxmlformats.org/officeDocument/2006/relationships/notesMaster" Target="/ppt/notesMasters/notesMaster1.xml" Id="R73d3d79a9e6740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cb6c4a4a7948b2" /><Relationship Type="http://schemas.openxmlformats.org/officeDocument/2006/relationships/notesMaster" Target="/ppt/notesMasters/notesMaster1.xml" Id="Rac075fce912d4f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2206922c434b28" /><Relationship Type="http://schemas.openxmlformats.org/officeDocument/2006/relationships/notesMaster" Target="/ppt/notesMasters/notesMaster1.xml" Id="R9e5639e69bb543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a7ae6c83844032" /><Relationship Type="http://schemas.openxmlformats.org/officeDocument/2006/relationships/notesMaster" Target="/ppt/notesMasters/notesMaster1.xml" Id="Rf78e92756ea84a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b2638eebe944ee" /><Relationship Type="http://schemas.openxmlformats.org/officeDocument/2006/relationships/notesMaster" Target="/ppt/notesMasters/notesMaster1.xml" Id="Rab77202339a149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dcc4a7552d4327" /><Relationship Type="http://schemas.openxmlformats.org/officeDocument/2006/relationships/notesMaster" Target="/ppt/notesMasters/notesMaster1.xml" Id="R3a1b702ac77d4a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14ec5298c34d9c" /><Relationship Type="http://schemas.openxmlformats.org/officeDocument/2006/relationships/notesMaster" Target="/ppt/notesMasters/notesMaster1.xml" Id="Re91b16bb6ae14f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10acd9c64a426b" /><Relationship Type="http://schemas.openxmlformats.org/officeDocument/2006/relationships/notesMaster" Target="/ppt/notesMasters/notesMaster1.xml" Id="Rbcf0dc644d8742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bd4c640fe54871" /><Relationship Type="http://schemas.openxmlformats.org/officeDocument/2006/relationships/notesMaster" Target="/ppt/notesMasters/notesMaster1.xml" Id="R4321acbb454a47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9fba7b081a4138" /><Relationship Type="http://schemas.openxmlformats.org/officeDocument/2006/relationships/notesMaster" Target="/ppt/notesMasters/notesMaster1.xml" Id="R70e410469e2244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6f2eea1d104589" /><Relationship Type="http://schemas.openxmlformats.org/officeDocument/2006/relationships/notesMaster" Target="/ppt/notesMasters/notesMaster1.xml" Id="R213ab246f2b747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6e6eb0271c4650" /><Relationship Type="http://schemas.openxmlformats.org/officeDocument/2006/relationships/notesMaster" Target="/ppt/notesMasters/notesMaster1.xml" Id="R3896c79a702e46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封面保留一个主要标题、一句副标题和必要署名。主标题优先控制在两行内。可将示范标题直接替换为演示主题，不需要添加装饰图片。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章节页用于较长演示中的内容转场。章节编号与实际顺序对应，标题直接点明本章主题。短演示可以不使用章节页。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用少量主题建立听众对内容的预期。每行表示一个部分，说明要回答的问题，而不是重复一长串页标题。条目可以根据实际内容增减。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这一页只突出一个判断，右侧提供两项支撑。用可验证的材料替换占位文字，不使用没有依据的断言。若一句话过长，先简化表述再考虑缩小字号。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图片是信息主体，右侧文字说明与它直接相关的一项重点。插入图片后删除占位框，保留图像比例，按内容决定适度裁切。需要标注来源时使用页脚或备注。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使用相同的图像比例和说明层级帮助比较。若展示前后变化，要标明时间和条件；若两图量纲不同，应解释可比范围。不要仅因为模板有两个位置就添加无关图片。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这里预留图表位置，没有内置或虚构任何数据。拿到数据后优先建立原生可编辑图表，讲清单位、比较基准、时间和来源。若只能使用已有图像，应说明图表为图片，不能把它称为原生可编辑图表。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此页表格是原生可编辑对象。每行使用一致的比较维度，结论根据用户提供的实际条件填写。不要为了对称布局编造优缺点或缺失数据。行数按内容调整。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流程图的文字和连线均为原生对象。按实际顺序替换步骤和输入输出，步骤数量可以增减。修改位置后检查箭头仍从前一环节指向后一环节。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时间线的节点、线条和文字可以单独编辑。用真实日期、阶段或完成条件替换占位符；当前节点等距排布只是结构示意，不暗示各阶段时长相同。若实际时间间隔需要按比例表达，应重新调整位置。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总结只回收前面真正讲过的重点，不增加新的数据或未解释的术语。条目数量按内容决定，最后一项可以说明下一步行动、讨论问题或决策事项，不限定为学术讨论。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结束页保持简短，可以使用感谢、讨论邀请或行动安排。按实际场景替换联系方式，没必要的信息直接删去。章节页与结束页使用相同深色背景，以保持整套模板的视觉一致性。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这是通用模板的编辑提示。制作正式演示时替换为实际内容，可按需要删除或改写为演讲备注。所需事实、数据、图片和来源由使用者提供。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c05e9ccc2444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ec027e899642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10079680ec42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6839dc5a6480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5f103239e48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acb47f15a142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0A4BED-79D5-4189-A145-F232129174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AD5A3A-DD5C-4142-8B07-65A007C646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693CD74-945E-4CE5-9023-4B0666F6A6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52BB3B-5654-4B5F-8A75-E870F05813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5D99D3-D404-4D9D-9BD7-B2A7A93E07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D64C79E-E3E0-4465-8DB2-3DE9AF6F6B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11EC03F-B8FA-4F4B-BE86-602A8625CA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F24F312-4427-46F3-A5D1-708AD3B3589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2F0873-4739-4FE1-993D-022CF15CD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52808B-C45D-4D9E-8DF9-B04CC2C4F9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3bd207d6e24161" /><Relationship Type="http://schemas.openxmlformats.org/officeDocument/2006/relationships/slideLayout" Target="/ppt/slideLayouts/slideLayout1.xml" Id="Ra40ce61c78554e88" /><Relationship Type="http://schemas.openxmlformats.org/officeDocument/2006/relationships/slideLayout" Target="/ppt/slideLayouts/slideLayout2.xml" Id="R708ca114fb474f00" /><Relationship Type="http://schemas.openxmlformats.org/officeDocument/2006/relationships/slideLayout" Target="/ppt/slideLayouts/slideLayout3.xml" Id="R7adb844a88e14f4a" /><Relationship Type="http://schemas.openxmlformats.org/officeDocument/2006/relationships/slideLayout" Target="/ppt/slideLayouts/slideLayout4.xml" Id="R309bbe8468c64cd1" /><Relationship Type="http://schemas.openxmlformats.org/officeDocument/2006/relationships/slideLayout" Target="/ppt/slideLayouts/slideLayout5.xml" Id="R4801901f82c9466d" /><Relationship Type="http://schemas.openxmlformats.org/officeDocument/2006/relationships/slideLayout" Target="/ppt/slideLayouts/slideLayout6.xml" Id="Ree0671ef86de48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0ce61c78554e88"/>
    <p:sldLayoutId xmlns:r="http://schemas.openxmlformats.org/officeDocument/2006/relationships" id="2147483650" r:id="R708ca114fb474f00"/>
    <p:sldLayoutId xmlns:r="http://schemas.openxmlformats.org/officeDocument/2006/relationships" id="2147483651" r:id="R7adb844a88e14f4a"/>
    <p:sldLayoutId xmlns:r="http://schemas.openxmlformats.org/officeDocument/2006/relationships" id="2147483652" r:id="R309bbe8468c64cd1"/>
    <p:sldLayoutId xmlns:r="http://schemas.openxmlformats.org/officeDocument/2006/relationships" id="2147483653" r:id="R4801901f82c9466d"/>
    <p:sldLayoutId xmlns:r="http://schemas.openxmlformats.org/officeDocument/2006/relationships" id="2147483654" r:id="Ree0671ef86de48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509a7b37244fcd" /><Relationship Type="http://schemas.openxmlformats.org/officeDocument/2006/relationships/notesSlide" Target="/ppt/notesSlides/notesSlide1.xml" Id="R157922555f794c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2095aacf694af3" /><Relationship Type="http://schemas.openxmlformats.org/officeDocument/2006/relationships/notesSlide" Target="/ppt/notesSlides/notesSlide2.xml" Id="R89caa97599214c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849e14dd3d45a0" /><Relationship Type="http://schemas.openxmlformats.org/officeDocument/2006/relationships/notesSlide" Target="/ppt/notesSlides/notesSlide3.xml" Id="Rdaef84bd0bfd4f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cb469cd4244f97" /><Relationship Type="http://schemas.openxmlformats.org/officeDocument/2006/relationships/notesSlide" Target="/ppt/notesSlides/notesSlide4.xml" Id="R37361b81890d44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8144facec449a3" /><Relationship Type="http://schemas.openxmlformats.org/officeDocument/2006/relationships/notesSlide" Target="/ppt/notesSlides/notesSlide5.xml" Id="R144b7eca9a024c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ca392b8ab34f47" /><Relationship Type="http://schemas.openxmlformats.org/officeDocument/2006/relationships/notesSlide" Target="/ppt/notesSlides/notesSlide6.xml" Id="R1eee1e11b26446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d7885eaf134c9d" /><Relationship Type="http://schemas.openxmlformats.org/officeDocument/2006/relationships/notesSlide" Target="/ppt/notesSlides/notesSlide7.xml" Id="R6a42aa3f2a7741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c99fbd353418f" /><Relationship Type="http://schemas.openxmlformats.org/officeDocument/2006/relationships/notesSlide" Target="/ppt/notesSlides/notesSlide8.xml" Id="Rb5a3cb188eff49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cb13379a4f4300" /><Relationship Type="http://schemas.openxmlformats.org/officeDocument/2006/relationships/notesSlide" Target="/ppt/notesSlides/notesSlide9.xml" Id="R4559ae582ed74e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c5aa9186264d4a" /><Relationship Type="http://schemas.openxmlformats.org/officeDocument/2006/relationships/notesSlide" Target="/ppt/notesSlides/notesSlide10.xml" Id="R274c9a62591c44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cebc77e88f42e7" /><Relationship Type="http://schemas.openxmlformats.org/officeDocument/2006/relationships/notesSlide" Target="/ppt/notesSlides/notesSlide11.xml" Id="Rcd5937ded10c46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15c767a63a4401" /><Relationship Type="http://schemas.openxmlformats.org/officeDocument/2006/relationships/notesSlide" Target="/ppt/notesSlides/notesSlide12.xml" Id="Rd2a15d1302984b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label-1">
            <a:extLst xmlns:a="http://schemas.openxmlformats.org/drawingml/2006/main">
              <a:ext uri="{FF2B5EF4-FFF2-40B4-BE49-F238E27FC236}">
                <a16:creationId xmlns:a16="http://schemas.microsoft.com/office/drawing/2014/main" id="{89CF82CC-8916-4B37-AFCB-126D8811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[姓名或团队]    [日期]</a:t>
            </a:r>
          </a:p>
        </p:txBody>
      </p:sp>
      <p:sp>
        <p:nvSpPr>
          <p:cNvPr id="2" name="page-number-2">
            <a:extLst xmlns:a="http://schemas.openxmlformats.org/drawingml/2006/main">
              <a:ext uri="{FF2B5EF4-FFF2-40B4-BE49-F238E27FC236}">
                <a16:creationId xmlns:a16="http://schemas.microsoft.com/office/drawing/2014/main" id="{E9F0679C-EB8D-4413-9369-611CF282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76489C98-C605-4957-8ABD-019918CE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857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通用演示模板</a:t>
            </a:r>
          </a:p>
        </p:txBody>
      </p:sp>
      <p:sp>
        <p:nvSpPr>
          <p:cNvPr id="4" name="cover-title-4">
            <a:extLst xmlns:a="http://schemas.openxmlformats.org/drawingml/2006/main">
              <a:ext uri="{FF2B5EF4-FFF2-40B4-BE49-F238E27FC236}">
                <a16:creationId xmlns:a16="http://schemas.microsoft.com/office/drawing/2014/main" id="{B56A038D-5993-4967-83A6-860D0AFD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477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简约高级</a:t>
            </a:r>
          </a:p>
          <a:p xmlns:a="http://schemas.openxmlformats.org/drawingml/2006/main">
            <a:pPr algn="l">
              <a:def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清晰表达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1995375C-951B-4BB1-80D3-9BCBCCE7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95825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以留白、层级与秩序呈现内容</a:t>
            </a:r>
          </a:p>
        </p:txBody>
      </p:sp>
    </p:spTree>
    <p:extLst>
      <p:ext uri="{BB962C8B-B14F-4D97-AF65-F5344CB8AC3E}">
        <p14:creationId xmlns:p14="http://schemas.microsoft.com/office/powerpoint/2010/main" val="16765389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02C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label-6">
            <a:extLst xmlns:a="http://schemas.openxmlformats.org/drawingml/2006/main">
              <a:ext uri="{FF2B5EF4-FFF2-40B4-BE49-F238E27FC236}">
                <a16:creationId xmlns:a16="http://schemas.microsoft.com/office/drawing/2014/main" id="{1F2C7287-A590-45CF-BC94-EC21A6F1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rPr>
              <a:t>章节页</a:t>
            </a:r>
          </a:p>
        </p:txBody>
      </p:sp>
      <p:sp>
        <p:nvSpPr>
          <p:cNvPr id="2" name="page-number-7">
            <a:extLst xmlns:a="http://schemas.openxmlformats.org/drawingml/2006/main">
              <a:ext uri="{FF2B5EF4-FFF2-40B4-BE49-F238E27FC236}">
                <a16:creationId xmlns:a16="http://schemas.microsoft.com/office/drawing/2014/main" id="{DB63976F-0155-415F-B664-D364B326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text-8">
            <a:extLst xmlns:a="http://schemas.openxmlformats.org/drawingml/2006/main">
              <a:ext uri="{FF2B5EF4-FFF2-40B4-BE49-F238E27FC236}">
                <a16:creationId xmlns:a16="http://schemas.microsoft.com/office/drawing/2014/main" id="{B569580A-4F18-4857-A140-CF15F6A1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52500"/>
            <a:ext cx="4286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2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chapter-title-9">
            <a:extLst xmlns:a="http://schemas.openxmlformats.org/drawingml/2006/main">
              <a:ext uri="{FF2B5EF4-FFF2-40B4-BE49-F238E27FC236}">
                <a16:creationId xmlns:a16="http://schemas.microsoft.com/office/drawing/2014/main" id="{EC620EE0-48D6-455D-80FF-8925690A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[章节标题]</a:t>
            </a:r>
          </a:p>
        </p:txBody>
      </p:sp>
      <p:sp>
        <p:nvSpPr>
          <p:cNvPr id="5" name="text-10">
            <a:extLst xmlns:a="http://schemas.openxmlformats.org/drawingml/2006/main">
              <a:ext uri="{FF2B5EF4-FFF2-40B4-BE49-F238E27FC236}">
                <a16:creationId xmlns:a16="http://schemas.microsoft.com/office/drawing/2014/main" id="{176178B8-E05A-4C3C-BA50-3607EF0D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95775"/>
            <a:ext cx="952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rPr>
              <a:t>[用一句简短的话说明本章内容]</a:t>
            </a:r>
          </a:p>
        </p:txBody>
      </p:sp>
    </p:spTree>
    <p:extLst>
      <p:ext uri="{BB962C8B-B14F-4D97-AF65-F5344CB8AC3E}">
        <p14:creationId xmlns:p14="http://schemas.microsoft.com/office/powerpoint/2010/main" val="4731790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-11">
            <a:extLst xmlns:a="http://schemas.openxmlformats.org/drawingml/2006/main">
              <a:ext uri="{FF2B5EF4-FFF2-40B4-BE49-F238E27FC236}">
                <a16:creationId xmlns:a16="http://schemas.microsoft.com/office/drawing/2014/main" id="{2CDE7CDB-3CE4-4C0A-96DD-D0D7C26E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内容概览</a:t>
            </a:r>
          </a:p>
        </p:txBody>
      </p:sp>
      <p:sp>
        <p:nvSpPr>
          <p:cNvPr id="2" name="page-label-12">
            <a:extLst xmlns:a="http://schemas.openxmlformats.org/drawingml/2006/main">
              <a:ext uri="{FF2B5EF4-FFF2-40B4-BE49-F238E27FC236}">
                <a16:creationId xmlns:a16="http://schemas.microsoft.com/office/drawing/2014/main" id="{EC04A48D-CF10-4875-8BEB-A8037415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目录页</a:t>
            </a:r>
          </a:p>
        </p:txBody>
      </p:sp>
      <p:sp>
        <p:nvSpPr>
          <p:cNvPr id="3" name="page-number-13">
            <a:extLst xmlns:a="http://schemas.openxmlformats.org/drawingml/2006/main">
              <a:ext uri="{FF2B5EF4-FFF2-40B4-BE49-F238E27FC236}">
                <a16:creationId xmlns:a16="http://schemas.microsoft.com/office/drawing/2014/main" id="{241F3B58-98F0-44EF-9B13-97F012EF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text-14">
            <a:extLst xmlns:a="http://schemas.openxmlformats.org/drawingml/2006/main">
              <a:ext uri="{FF2B5EF4-FFF2-40B4-BE49-F238E27FC236}">
                <a16:creationId xmlns:a16="http://schemas.microsoft.com/office/drawing/2014/main" id="{2991407A-F540-4923-BED0-4A010A00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90725"/>
            <a:ext cx="104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text-15">
            <a:extLst xmlns:a="http://schemas.openxmlformats.org/drawingml/2006/main">
              <a:ext uri="{FF2B5EF4-FFF2-40B4-BE49-F238E27FC236}">
                <a16:creationId xmlns:a16="http://schemas.microsoft.com/office/drawing/2014/main" id="{F5E21D4E-E199-4A03-88E3-304D5D59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990725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[主题一]</a:t>
            </a:r>
          </a:p>
        </p:txBody>
      </p:sp>
      <p:sp>
        <p:nvSpPr>
          <p:cNvPr id="6" name="text-16">
            <a:extLst xmlns:a="http://schemas.openxmlformats.org/drawingml/2006/main">
              <a:ext uri="{FF2B5EF4-FFF2-40B4-BE49-F238E27FC236}">
                <a16:creationId xmlns:a16="http://schemas.microsoft.com/office/drawing/2014/main" id="{37F679E6-99C4-49A5-8C55-7CAA7136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5740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[这一部分主要回答什么]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6056B-1BA1-4905-B229-4D6B2B69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8194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2DC"/>
            </a:solidFill>
          </a:ln>
        </p:spPr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0CA0997A-87A0-4A0F-BDBF-18DD4EB1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104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text-18">
            <a:extLst xmlns:a="http://schemas.openxmlformats.org/drawingml/2006/main">
              <a:ext uri="{FF2B5EF4-FFF2-40B4-BE49-F238E27FC236}">
                <a16:creationId xmlns:a16="http://schemas.microsoft.com/office/drawing/2014/main" id="{69844CEE-D51E-4BE7-9B55-A0AA9B48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[主题二]</a:t>
            </a:r>
          </a:p>
        </p:txBody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F772C40F-0D7B-4DB6-9404-616F5F23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43275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[这一部分展示哪些重点]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06F25-B984-4E33-B3A0-8949EF90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05275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2DC"/>
            </a:solidFill>
          </a:ln>
        </p:spPr>
      </p:sp>
      <p:sp>
        <p:nvSpPr>
          <p:cNvPr id="12" name="text-20">
            <a:extLst xmlns:a="http://schemas.openxmlformats.org/drawingml/2006/main">
              <a:ext uri="{FF2B5EF4-FFF2-40B4-BE49-F238E27FC236}">
                <a16:creationId xmlns:a16="http://schemas.microsoft.com/office/drawing/2014/main" id="{40511810-9E9A-4A38-B49E-BD9C4F64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62475"/>
            <a:ext cx="104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text-21">
            <a:extLst xmlns:a="http://schemas.openxmlformats.org/drawingml/2006/main">
              <a:ext uri="{FF2B5EF4-FFF2-40B4-BE49-F238E27FC236}">
                <a16:creationId xmlns:a16="http://schemas.microsoft.com/office/drawing/2014/main" id="{258F78DD-B918-44AA-AFA8-A7615D9A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62475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[主题三]</a:t>
            </a:r>
          </a:p>
        </p:txBody>
      </p:sp>
      <p:sp>
        <p:nvSpPr>
          <p:cNvPr id="14" name="text-22">
            <a:extLst xmlns:a="http://schemas.openxmlformats.org/drawingml/2006/main">
              <a:ext uri="{FF2B5EF4-FFF2-40B4-BE49-F238E27FC236}">
                <a16:creationId xmlns:a16="http://schemas.microsoft.com/office/drawing/2014/main" id="{31870C49-F1E3-4A0E-BC67-ADB94A17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2915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[这一部分如何收束与推进]</a:t>
            </a:r>
          </a:p>
        </p:txBody>
      </p:sp>
    </p:spTree>
    <p:extLst>
      <p:ext uri="{BB962C8B-B14F-4D97-AF65-F5344CB8AC3E}">
        <p14:creationId xmlns:p14="http://schemas.microsoft.com/office/powerpoint/2010/main" val="20779937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-23">
            <a:extLst xmlns:a="http://schemas.openxmlformats.org/drawingml/2006/main">
              <a:ext uri="{FF2B5EF4-FFF2-40B4-BE49-F238E27FC236}">
                <a16:creationId xmlns:a16="http://schemas.microsoft.com/office/drawing/2014/main" id="{D2F11783-3E20-40D6-A374-D5FA60CC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核心观点</a:t>
            </a:r>
          </a:p>
        </p:txBody>
      </p:sp>
      <p:sp>
        <p:nvSpPr>
          <p:cNvPr id="2" name="page-label-24">
            <a:extLst xmlns:a="http://schemas.openxmlformats.org/drawingml/2006/main">
              <a:ext uri="{FF2B5EF4-FFF2-40B4-BE49-F238E27FC236}">
                <a16:creationId xmlns:a16="http://schemas.microsoft.com/office/drawing/2014/main" id="{B86DC7FD-13F5-4C2D-B486-9E593C69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观点页</a:t>
            </a:r>
          </a:p>
        </p:txBody>
      </p:sp>
      <p:sp>
        <p:nvSpPr>
          <p:cNvPr id="3" name="page-number-25">
            <a:extLst xmlns:a="http://schemas.openxmlformats.org/drawingml/2006/main">
              <a:ext uri="{FF2B5EF4-FFF2-40B4-BE49-F238E27FC236}">
                <a16:creationId xmlns:a16="http://schemas.microsoft.com/office/drawing/2014/main" id="{B558F82D-7320-4EEA-9EED-B0B092EF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text-26">
            <a:extLst xmlns:a="http://schemas.openxmlformats.org/drawingml/2006/main">
              <a:ext uri="{FF2B5EF4-FFF2-40B4-BE49-F238E27FC236}">
                <a16:creationId xmlns:a16="http://schemas.microsoft.com/office/drawing/2014/main" id="{28AC7293-1A64-495A-BA98-F5F931F6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695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[用一句话表达</a:t>
            </a:r>
          </a:p>
          <a:p xmlns:a="http://schemas.openxmlformats.org/drawingml/2006/main">
            <a:pPr algn="l">
              <a:def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最重要的判断]</a:t>
            </a:r>
          </a:p>
        </p:txBody>
      </p:sp>
      <p:sp>
        <p:nvSpPr>
          <p:cNvPr id="5" name="text-27">
            <a:extLst xmlns:a="http://schemas.openxmlformats.org/drawingml/2006/main">
              <a:ext uri="{FF2B5EF4-FFF2-40B4-BE49-F238E27FC236}">
                <a16:creationId xmlns:a16="http://schemas.microsoft.com/office/drawing/2014/main" id="{F66FAA3D-1C15-469C-8928-19E4A4A8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90750"/>
            <a:ext cx="2714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依据一</a:t>
            </a:r>
          </a:p>
        </p:txBody>
      </p:sp>
      <p:sp>
        <p:nvSpPr>
          <p:cNvPr id="6" name="text-28">
            <a:extLst xmlns:a="http://schemas.openxmlformats.org/drawingml/2006/main">
              <a:ext uri="{FF2B5EF4-FFF2-40B4-BE49-F238E27FC236}">
                <a16:creationId xmlns:a16="http://schemas.microsoft.com/office/drawing/2014/main" id="{F640269B-0B39-420A-8A2F-1B9F59FF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71775"/>
            <a:ext cx="285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[支持判断的事实</a:t>
            </a:r>
          </a:p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或已有材料]</a:t>
            </a:r>
          </a:p>
        </p:txBody>
      </p:sp>
      <p:sp>
        <p:nvSpPr>
          <p:cNvPr id="7" name="text-29">
            <a:extLst xmlns:a="http://schemas.openxmlformats.org/drawingml/2006/main">
              <a:ext uri="{FF2B5EF4-FFF2-40B4-BE49-F238E27FC236}">
                <a16:creationId xmlns:a16="http://schemas.microsoft.com/office/drawing/2014/main" id="{8729EE4B-6392-4898-B033-7490EBBB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86225"/>
            <a:ext cx="2714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依据二</a:t>
            </a:r>
          </a:p>
        </p:txBody>
      </p:sp>
      <p:sp>
        <p:nvSpPr>
          <p:cNvPr id="8" name="text-30">
            <a:extLst xmlns:a="http://schemas.openxmlformats.org/drawingml/2006/main">
              <a:ext uri="{FF2B5EF4-FFF2-40B4-BE49-F238E27FC236}">
                <a16:creationId xmlns:a16="http://schemas.microsoft.com/office/drawing/2014/main" id="{CC16E68D-EC52-495C-8D6B-1960C28F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67250"/>
            <a:ext cx="285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[补充另一项直接</a:t>
            </a:r>
          </a:p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相关的理由]</a:t>
            </a:r>
          </a:p>
        </p:txBody>
      </p:sp>
    </p:spTree>
    <p:extLst>
      <p:ext uri="{BB962C8B-B14F-4D97-AF65-F5344CB8AC3E}">
        <p14:creationId xmlns:p14="http://schemas.microsoft.com/office/powerpoint/2010/main" val="15354228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-31">
            <a:extLst xmlns:a="http://schemas.openxmlformats.org/drawingml/2006/main">
              <a:ext uri="{FF2B5EF4-FFF2-40B4-BE49-F238E27FC236}">
                <a16:creationId xmlns:a16="http://schemas.microsoft.com/office/drawing/2014/main" id="{BDA62BE1-E4C1-4FEB-96BB-220DF727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图文说明</a:t>
            </a:r>
          </a:p>
        </p:txBody>
      </p:sp>
      <p:sp>
        <p:nvSpPr>
          <p:cNvPr id="2" name="page-label-32">
            <a:extLst xmlns:a="http://schemas.openxmlformats.org/drawingml/2006/main">
              <a:ext uri="{FF2B5EF4-FFF2-40B4-BE49-F238E27FC236}">
                <a16:creationId xmlns:a16="http://schemas.microsoft.com/office/drawing/2014/main" id="{8731DAE1-422A-4EA1-9F99-38EA1323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[图像来源，必要时填写]</a:t>
            </a:r>
          </a:p>
        </p:txBody>
      </p:sp>
      <p:sp>
        <p:nvSpPr>
          <p:cNvPr id="3" name="page-number-33">
            <a:extLst xmlns:a="http://schemas.openxmlformats.org/drawingml/2006/main">
              <a:ext uri="{FF2B5EF4-FFF2-40B4-BE49-F238E27FC236}">
                <a16:creationId xmlns:a16="http://schemas.microsoft.com/office/drawing/2014/main" id="{D7C1AC76-EB13-4478-B74B-1B81C1AE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media-placeholder-5-1">
            <a:extLst xmlns:a="http://schemas.openxmlformats.org/drawingml/2006/main">
              <a:ext uri="{FF2B5EF4-FFF2-40B4-BE49-F238E27FC236}">
                <a16:creationId xmlns:a16="http://schemas.microsoft.com/office/drawing/2014/main" id="{87E427B4-377A-40ED-8CA9-0786FBC2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64198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9525">
            <a:solidFill>
              <a:srgbClr val="DDE2DC"/>
            </a:solidFill>
          </a:ln>
        </p:spPr>
        <p:txBody>
          <a:bodyPr xmlns:a="http://schemas.openxmlformats.org/drawingml/2006/main" lIns="152400" tIns="152400" rIns="152400" bIns="152400" anchor="ctr"/>
          <a:lstStyle xmlns:a="http://schemas.openxmlformats.org/drawingml/2006/main">
            <a:def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[图片或截图]</a:t>
            </a:r>
          </a:p>
          <a:p xmlns:a="http://schemas.openxmlformats.org/drawingml/2006/main">
            <a: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保持原始比例</a:t>
            </a:r>
          </a:p>
        </p:txBody>
      </p:sp>
      <p:sp>
        <p:nvSpPr>
          <p:cNvPr id="5" name="text-34">
            <a:extLst xmlns:a="http://schemas.openxmlformats.org/drawingml/2006/main">
              <a:ext uri="{FF2B5EF4-FFF2-40B4-BE49-F238E27FC236}">
                <a16:creationId xmlns:a16="http://schemas.microsoft.com/office/drawing/2014/main" id="{E09598F3-BA8E-424C-BA7F-90656D11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52625"/>
            <a:ext cx="352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[关键说明]</a:t>
            </a:r>
          </a:p>
        </p:txBody>
      </p:sp>
      <p:sp>
        <p:nvSpPr>
          <p:cNvPr id="6" name="text-35">
            <a:extLst xmlns:a="http://schemas.openxmlformats.org/drawingml/2006/main">
              <a:ext uri="{FF2B5EF4-FFF2-40B4-BE49-F238E27FC236}">
                <a16:creationId xmlns:a16="http://schemas.microsoft.com/office/drawing/2014/main" id="{C0B22DBE-7E07-485F-9D64-2A7D958D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38450"/>
            <a:ext cx="3476625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[围绕图片说明一个重点]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[补充必要的背景或细节]</a:t>
            </a:r>
          </a:p>
        </p:txBody>
      </p:sp>
    </p:spTree>
    <p:extLst>
      <p:ext uri="{BB962C8B-B14F-4D97-AF65-F5344CB8AC3E}">
        <p14:creationId xmlns:p14="http://schemas.microsoft.com/office/powerpoint/2010/main" val="8848934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-36">
            <a:extLst xmlns:a="http://schemas.openxmlformats.org/drawingml/2006/main">
              <a:ext uri="{FF2B5EF4-FFF2-40B4-BE49-F238E27FC236}">
                <a16:creationId xmlns:a16="http://schemas.microsoft.com/office/drawing/2014/main" id="{E9D3C6CC-143D-481B-8955-E0DF2E87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双图对照</a:t>
            </a:r>
          </a:p>
        </p:txBody>
      </p:sp>
      <p:sp>
        <p:nvSpPr>
          <p:cNvPr id="2" name="page-label-37">
            <a:extLst xmlns:a="http://schemas.openxmlformats.org/drawingml/2006/main">
              <a:ext uri="{FF2B5EF4-FFF2-40B4-BE49-F238E27FC236}">
                <a16:creationId xmlns:a16="http://schemas.microsoft.com/office/drawing/2014/main" id="{34BC5183-33D4-4415-AE80-09747CAC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[素材来源，必要时填写]</a:t>
            </a:r>
          </a:p>
        </p:txBody>
      </p:sp>
      <p:sp>
        <p:nvSpPr>
          <p:cNvPr id="3" name="page-number-38">
            <a:extLst xmlns:a="http://schemas.openxmlformats.org/drawingml/2006/main">
              <a:ext uri="{FF2B5EF4-FFF2-40B4-BE49-F238E27FC236}">
                <a16:creationId xmlns:a16="http://schemas.microsoft.com/office/drawing/2014/main" id="{6193710D-AD9D-4557-AF60-7BBCBC1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media-placeholder-6-1">
            <a:extLst xmlns:a="http://schemas.openxmlformats.org/drawingml/2006/main">
              <a:ext uri="{FF2B5EF4-FFF2-40B4-BE49-F238E27FC236}">
                <a16:creationId xmlns:a16="http://schemas.microsoft.com/office/drawing/2014/main" id="{073C63BC-1A20-4369-BC41-F38DC9DE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38325"/>
            <a:ext cx="50482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9525">
            <a:solidFill>
              <a:srgbClr val="DDE2DC"/>
            </a:solidFill>
          </a:ln>
        </p:spPr>
        <p:txBody>
          <a:bodyPr xmlns:a="http://schemas.openxmlformats.org/drawingml/2006/main" lIns="152400" tIns="152400" rIns="152400" bIns="152400" anchor="ctr"/>
          <a:lstStyle xmlns:a="http://schemas.openxmlformats.org/drawingml/2006/main">
            <a:def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[图片或图表 A]</a:t>
            </a:r>
          </a:p>
        </p:txBody>
      </p:sp>
      <p:sp>
        <p:nvSpPr>
          <p:cNvPr id="5" name="media-placeholder-6-2">
            <a:extLst xmlns:a="http://schemas.openxmlformats.org/drawingml/2006/main">
              <a:ext uri="{FF2B5EF4-FFF2-40B4-BE49-F238E27FC236}">
                <a16:creationId xmlns:a16="http://schemas.microsoft.com/office/drawing/2014/main" id="{D6CB5071-F363-4D18-89D1-A522B9D1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38325"/>
            <a:ext cx="50482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9525">
            <a:solidFill>
              <a:srgbClr val="DDE2DC"/>
            </a:solidFill>
          </a:ln>
        </p:spPr>
        <p:txBody>
          <a:bodyPr xmlns:a="http://schemas.openxmlformats.org/drawingml/2006/main" lIns="152400" tIns="152400" rIns="152400" bIns="152400" anchor="ctr"/>
          <a:lstStyle xmlns:a="http://schemas.openxmlformats.org/drawingml/2006/main">
            <a:def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[图片或图表 B]</a:t>
            </a:r>
          </a:p>
        </p:txBody>
      </p:sp>
      <p:sp>
        <p:nvSpPr>
          <p:cNvPr id="6" name="text-39">
            <a:extLst xmlns:a="http://schemas.openxmlformats.org/drawingml/2006/main">
              <a:ext uri="{FF2B5EF4-FFF2-40B4-BE49-F238E27FC236}">
                <a16:creationId xmlns:a16="http://schemas.microsoft.com/office/drawing/2014/main" id="{1A03289E-29FC-4826-AEB0-A8C913EA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006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[内容 A]</a:t>
            </a:r>
          </a:p>
        </p:txBody>
      </p:sp>
      <p:sp>
        <p:nvSpPr>
          <p:cNvPr id="7" name="text-40">
            <a:extLst xmlns:a="http://schemas.openxmlformats.org/drawingml/2006/main">
              <a:ext uri="{FF2B5EF4-FFF2-40B4-BE49-F238E27FC236}">
                <a16:creationId xmlns:a16="http://schemas.microsoft.com/office/drawing/2014/main" id="{D14B8542-CC3D-4694-A20E-5AA17CEF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006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[内容 B]</a:t>
            </a:r>
          </a:p>
        </p:txBody>
      </p:sp>
      <p:sp>
        <p:nvSpPr>
          <p:cNvPr id="8" name="text-41">
            <a:extLst xmlns:a="http://schemas.openxmlformats.org/drawingml/2006/main">
              <a:ext uri="{FF2B5EF4-FFF2-40B4-BE49-F238E27FC236}">
                <a16:creationId xmlns:a16="http://schemas.microsoft.com/office/drawing/2014/main" id="{F42216E0-47B6-48E2-A7A9-0111DB81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05475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[简短说明比较条件与差别]</a:t>
            </a:r>
          </a:p>
        </p:txBody>
      </p:sp>
      <p:sp>
        <p:nvSpPr>
          <p:cNvPr id="9" name="text-42">
            <a:extLst xmlns:a="http://schemas.openxmlformats.org/drawingml/2006/main">
              <a:ext uri="{FF2B5EF4-FFF2-40B4-BE49-F238E27FC236}">
                <a16:creationId xmlns:a16="http://schemas.microsoft.com/office/drawing/2014/main" id="{F429BFEC-797C-4639-9CC1-6E2194B7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705475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[简短说明对应的变化或特点]</a:t>
            </a:r>
          </a:p>
        </p:txBody>
      </p:sp>
    </p:spTree>
    <p:extLst>
      <p:ext uri="{BB962C8B-B14F-4D97-AF65-F5344CB8AC3E}">
        <p14:creationId xmlns:p14="http://schemas.microsoft.com/office/powerpoint/2010/main" val="17398809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-43">
            <a:extLst xmlns:a="http://schemas.openxmlformats.org/drawingml/2006/main">
              <a:ext uri="{FF2B5EF4-FFF2-40B4-BE49-F238E27FC236}">
                <a16:creationId xmlns:a16="http://schemas.microsoft.com/office/drawing/2014/main" id="{5A8764EF-3854-405D-B081-1ABF5388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数据与发现</a:t>
            </a:r>
          </a:p>
        </p:txBody>
      </p:sp>
      <p:sp>
        <p:nvSpPr>
          <p:cNvPr id="2" name="page-label-44">
            <a:extLst xmlns:a="http://schemas.openxmlformats.org/drawingml/2006/main">
              <a:ext uri="{FF2B5EF4-FFF2-40B4-BE49-F238E27FC236}">
                <a16:creationId xmlns:a16="http://schemas.microsoft.com/office/drawing/2014/main" id="{2DDC5E27-B12F-4687-AFB4-CE8AC177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[数据来源、时间与单位]</a:t>
            </a:r>
          </a:p>
        </p:txBody>
      </p:sp>
      <p:sp>
        <p:nvSpPr>
          <p:cNvPr id="3" name="page-number-45">
            <a:extLst xmlns:a="http://schemas.openxmlformats.org/drawingml/2006/main">
              <a:ext uri="{FF2B5EF4-FFF2-40B4-BE49-F238E27FC236}">
                <a16:creationId xmlns:a16="http://schemas.microsoft.com/office/drawing/2014/main" id="{7BFC4EFE-9C7E-4BA3-9E44-A19C1877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chart-placeholder-7-1">
            <a:extLst xmlns:a="http://schemas.openxmlformats.org/drawingml/2006/main">
              <a:ext uri="{FF2B5EF4-FFF2-40B4-BE49-F238E27FC236}">
                <a16:creationId xmlns:a16="http://schemas.microsoft.com/office/drawing/2014/main" id="{CDB52DD6-67AE-4A04-87B3-3F3C882C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70104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9525">
            <a:solidFill>
              <a:srgbClr val="DDE2DC"/>
            </a:solidFill>
          </a:ln>
        </p:spPr>
        <p:txBody>
          <a:bodyPr xmlns:a="http://schemas.openxmlformats.org/drawingml/2006/main" lIns="152400" tIns="152400" rIns="152400" bIns="152400" anchor="ctr"/>
          <a:lstStyle xmlns:a="http://schemas.openxmlformats.org/drawingml/2006/main">
            <a:def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[数据图表]</a:t>
            </a:r>
          </a:p>
          <a:p xmlns:a="http://schemas.openxmlformats.org/drawingml/2006/main">
            <a:pPr algn="ctr">
              <a:def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依据真实数据插入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0D25DC57-BAF6-4278-B8E2-B4E2D020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8122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[关键数值]</a:t>
            </a:r>
          </a:p>
        </p:txBody>
      </p:sp>
      <p:sp>
        <p:nvSpPr>
          <p:cNvPr id="6" name="text-47">
            <a:extLst xmlns:a="http://schemas.openxmlformats.org/drawingml/2006/main">
              <a:ext uri="{FF2B5EF4-FFF2-40B4-BE49-F238E27FC236}">
                <a16:creationId xmlns:a16="http://schemas.microsoft.com/office/drawing/2014/main" id="{C7AA069E-31DE-4B45-B0E5-9D8BB19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28950"/>
            <a:ext cx="3028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[指标、单位与统计口径]</a:t>
            </a:r>
          </a:p>
        </p:txBody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C20E164E-B820-49D9-AECA-3476630B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33875"/>
            <a:ext cx="3028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[一句话说明</a:t>
            </a:r>
          </a:p>
          <a:p xmlns:a="http://schemas.openxmlformats.org/drawingml/2006/main">
            <a:pPr algn="l">
              <a:def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数据的实际含义]</a:t>
            </a:r>
          </a:p>
        </p:txBody>
      </p:sp>
    </p:spTree>
    <p:extLst>
      <p:ext uri="{BB962C8B-B14F-4D97-AF65-F5344CB8AC3E}">
        <p14:creationId xmlns:p14="http://schemas.microsoft.com/office/powerpoint/2010/main" val="20978658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-49">
            <a:extLst xmlns:a="http://schemas.openxmlformats.org/drawingml/2006/main">
              <a:ext uri="{FF2B5EF4-FFF2-40B4-BE49-F238E27FC236}">
                <a16:creationId xmlns:a16="http://schemas.microsoft.com/office/drawing/2014/main" id="{8B0FEEA7-E4FA-46B0-9A89-D46964D2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比较与选择</a:t>
            </a:r>
          </a:p>
        </p:txBody>
      </p:sp>
      <p:sp>
        <p:nvSpPr>
          <p:cNvPr id="2" name="page-label-50">
            <a:extLst xmlns:a="http://schemas.openxmlformats.org/drawingml/2006/main">
              <a:ext uri="{FF2B5EF4-FFF2-40B4-BE49-F238E27FC236}">
                <a16:creationId xmlns:a16="http://schemas.microsoft.com/office/drawing/2014/main" id="{C4BC5F95-AEBC-48DB-AD4D-AC0654F8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[比较依据，必要时填写]</a:t>
            </a:r>
          </a:p>
        </p:txBody>
      </p:sp>
      <p:sp>
        <p:nvSpPr>
          <p:cNvPr id="3" name="page-number-51">
            <a:extLst xmlns:a="http://schemas.openxmlformats.org/drawingml/2006/main">
              <a:ext uri="{FF2B5EF4-FFF2-40B4-BE49-F238E27FC236}">
                <a16:creationId xmlns:a16="http://schemas.microsoft.com/office/drawing/2014/main" id="{EE3A2FE8-B708-42FD-B33C-FB2D7AE9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0E29B-BC12-4F20-9338-8838C5961AB5}"/>
              </a:ext>
            </a:extLst>
          </p:cNvPr>
          <p:cNvGraphicFramePr/>
          <p:nvPr/>
        </p:nvGraphicFramePr>
        <p:xfrm>
          <a:off xmlns:a="http://schemas.openxmlformats.org/drawingml/2006/main" x="762000" y="2009775"/>
          <a:ext xmlns:a="http://schemas.openxmlformats.org/drawingml/2006/main" cx="106680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143375"/>
                <a:gridCol w="4143375"/>
              </a:tblGrid>
              <a:tr h="809625"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2025" b="1">
                          <a:solidFill>
                            <a:srgbClr val="315F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比较维度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DE2DC"/>
                      </a:solidFill>
                      <a:prstDash val="solid"/>
                    </a:lnL>
                    <a:lnR w="7620">
                      <a:solidFill>
                        <a:srgbClr val="DDE2DC"/>
                      </a:solidFill>
                      <a:prstDash val="solid"/>
                    </a:lnR>
                    <a:lnT w="7620">
                      <a:solidFill>
                        <a:srgbClr val="DDE2DC"/>
                      </a:solidFill>
                      <a:prstDash val="solid"/>
                    </a:lnT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EEF1ED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2025" b="1">
                          <a:solidFill>
                            <a:srgbClr val="315F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[方案 A]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T w="7620">
                      <a:solidFill>
                        <a:srgbClr val="DDE2DC"/>
                      </a:solidFill>
                      <a:prstDash val="solid"/>
                    </a:lnT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EEF1ED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2025" b="1">
                          <a:solidFill>
                            <a:srgbClr val="315F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[方案 B]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T w="7620">
                      <a:solidFill>
                        <a:srgbClr val="DDE2DC"/>
                      </a:solidFill>
                      <a:prstDash val="solid"/>
                    </a:lnT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EEF1ED"/>
                    </a:solidFill>
                  </a:tcPr>
                </a:tc>
              </a:tr>
              <a:tr h="809625"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[维度一]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DE2DC"/>
                      </a:solidFill>
                      <a:prstDash val="solid"/>
                    </a:lnL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[对应条件或特点]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[对应条件或特点]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809625"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[维度二]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DE2DC"/>
                      </a:solidFill>
                      <a:prstDash val="solid"/>
                    </a:lnL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[对应条件或特点]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[对应条件或特点]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  <a:tr h="809625"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[维度三]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DE2DC"/>
                      </a:solidFill>
                      <a:prstDash val="solid"/>
                    </a:lnL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[对应条件或特点]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 lIns="190500" tIns="190500" rIns="190500" bIns="190500"/>
                    <a:lstStyle/>
                    <a:p>
                      <a:pPr algn="l"/>
                      <a:r>
                        <a:rPr sz="1875" b="0">
                          <a:solidFill>
                            <a:srgbClr val="2027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[对应条件或特点]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DE2DC"/>
                      </a:solidFill>
                      <a:prstDash val="solid"/>
                    </a:lnR>
                    <a:lnB w="7620">
                      <a:solidFill>
                        <a:srgbClr val="DDE2DC"/>
                      </a:solidFill>
                      <a:prstDash val="solid"/>
                    </a:lnB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5" name="text-52">
            <a:extLst xmlns:a="http://schemas.openxmlformats.org/drawingml/2006/main">
              <a:ext uri="{FF2B5EF4-FFF2-40B4-BE49-F238E27FC236}">
                <a16:creationId xmlns:a16="http://schemas.microsoft.com/office/drawing/2014/main" id="{D6641F7B-B646-499A-A1D6-46CA0624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[选择依据或比较结论]</a:t>
            </a:r>
          </a:p>
        </p:txBody>
      </p:sp>
    </p:spTree>
    <p:extLst>
      <p:ext uri="{BB962C8B-B14F-4D97-AF65-F5344CB8AC3E}">
        <p14:creationId xmlns:p14="http://schemas.microsoft.com/office/powerpoint/2010/main" val="18664427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A849E-E773-4ADD-9FDC-BE94E4DAC873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24750" y="3452813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315F4D"/>
            </a:solidFill>
            <a:headEnd type="none" w="med" len="med"/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5822A7-9825-489D-9456-DB60C1338158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619500" y="3452813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315F4D"/>
            </a:solidFill>
            <a:headEnd type="none" w="med" len="med"/>
            <a:tailEnd type="triangle" w="sm" len="sm"/>
          </a:ln>
        </p:spPr>
      </p:cxnSp>
      <p:sp>
        <p:nvSpPr>
          <p:cNvPr id="15" name="slide-title-53">
            <a:extLst xmlns:a="http://schemas.openxmlformats.org/drawingml/2006/main">
              <a:ext uri="{FF2B5EF4-FFF2-40B4-BE49-F238E27FC236}">
                <a16:creationId xmlns:a16="http://schemas.microsoft.com/office/drawing/2014/main" id="{B9FF388F-1948-4B24-9DF5-C7548DFA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流程与步骤</a:t>
            </a:r>
          </a:p>
        </p:txBody>
      </p:sp>
      <p:sp>
        <p:nvSpPr>
          <p:cNvPr id="2" name="page-label-54">
            <a:extLst xmlns:a="http://schemas.openxmlformats.org/drawingml/2006/main">
              <a:ext uri="{FF2B5EF4-FFF2-40B4-BE49-F238E27FC236}">
                <a16:creationId xmlns:a16="http://schemas.microsoft.com/office/drawing/2014/main" id="{FC7054F7-B988-4F41-8E11-6EA30FF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流程页</a:t>
            </a:r>
          </a:p>
        </p:txBody>
      </p:sp>
      <p:sp>
        <p:nvSpPr>
          <p:cNvPr id="3" name="page-number-55">
            <a:extLst xmlns:a="http://schemas.openxmlformats.org/drawingml/2006/main">
              <a:ext uri="{FF2B5EF4-FFF2-40B4-BE49-F238E27FC236}">
                <a16:creationId xmlns:a16="http://schemas.microsoft.com/office/drawing/2014/main" id="{86AB827D-D0E6-4BFD-B656-097E3E85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text-56">
            <a:extLst xmlns:a="http://schemas.openxmlformats.org/drawingml/2006/main">
              <a:ext uri="{FF2B5EF4-FFF2-40B4-BE49-F238E27FC236}">
                <a16:creationId xmlns:a16="http://schemas.microsoft.com/office/drawing/2014/main" id="{AE185825-0569-4C02-A5F2-00D8A9A0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1714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text-57">
            <a:extLst xmlns:a="http://schemas.openxmlformats.org/drawingml/2006/main">
              <a:ext uri="{FF2B5EF4-FFF2-40B4-BE49-F238E27FC236}">
                <a16:creationId xmlns:a16="http://schemas.microsoft.com/office/drawing/2014/main" id="{B2BE43F6-E629-4823-ABD7-A92C4981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85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[步骤一]</a:t>
            </a:r>
          </a:p>
        </p:txBody>
      </p:sp>
      <p:sp>
        <p:nvSpPr>
          <p:cNvPr id="6" name="text-58">
            <a:extLst xmlns:a="http://schemas.openxmlformats.org/drawingml/2006/main">
              <a:ext uri="{FF2B5EF4-FFF2-40B4-BE49-F238E27FC236}">
                <a16:creationId xmlns:a16="http://schemas.microsoft.com/office/drawing/2014/main" id="{BD58D28A-E078-4A78-A73D-222E8156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857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[说明这一环节的</a:t>
            </a:r>
          </a:p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输入、动作或产出]</a:t>
            </a:r>
          </a:p>
        </p:txBody>
      </p:sp>
      <p:sp>
        <p:nvSpPr>
          <p:cNvPr id="7" name="text-59">
            <a:extLst xmlns:a="http://schemas.openxmlformats.org/drawingml/2006/main">
              <a:ext uri="{FF2B5EF4-FFF2-40B4-BE49-F238E27FC236}">
                <a16:creationId xmlns:a16="http://schemas.microsoft.com/office/drawing/2014/main" id="{4C92AD59-D69D-4FA8-9C40-04162134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85975"/>
            <a:ext cx="1714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text-60">
            <a:extLst xmlns:a="http://schemas.openxmlformats.org/drawingml/2006/main">
              <a:ext uri="{FF2B5EF4-FFF2-40B4-BE49-F238E27FC236}">
                <a16:creationId xmlns:a16="http://schemas.microsoft.com/office/drawing/2014/main" id="{02A8F07E-111F-493A-BF29-8BF13728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81350"/>
            <a:ext cx="285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[步骤二]</a:t>
            </a:r>
          </a:p>
        </p:txBody>
      </p:sp>
      <p:sp>
        <p:nvSpPr>
          <p:cNvPr id="9" name="text-61">
            <a:extLst xmlns:a="http://schemas.openxmlformats.org/drawingml/2006/main">
              <a:ext uri="{FF2B5EF4-FFF2-40B4-BE49-F238E27FC236}">
                <a16:creationId xmlns:a16="http://schemas.microsoft.com/office/drawing/2014/main" id="{3068A1B1-C284-45CC-A0C8-F9129DCD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14800"/>
            <a:ext cx="2857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[说明这一环节的</a:t>
            </a:r>
          </a:p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输入、动作或产出]</a:t>
            </a:r>
          </a:p>
        </p:txBody>
      </p:sp>
      <p:sp>
        <p:nvSpPr>
          <p:cNvPr id="10" name="text-62">
            <a:extLst xmlns:a="http://schemas.openxmlformats.org/drawingml/2006/main">
              <a:ext uri="{FF2B5EF4-FFF2-40B4-BE49-F238E27FC236}">
                <a16:creationId xmlns:a16="http://schemas.microsoft.com/office/drawing/2014/main" id="{96401436-A5F1-480C-9ADF-A7C820A6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85975"/>
            <a:ext cx="1714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1" name="text-63">
            <a:extLst xmlns:a="http://schemas.openxmlformats.org/drawingml/2006/main">
              <a:ext uri="{FF2B5EF4-FFF2-40B4-BE49-F238E27FC236}">
                <a16:creationId xmlns:a16="http://schemas.microsoft.com/office/drawing/2014/main" id="{66CA2488-0F34-4F84-8106-B4655CFD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81350"/>
            <a:ext cx="285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[步骤三]</a:t>
            </a:r>
          </a:p>
        </p:txBody>
      </p:sp>
      <p:sp>
        <p:nvSpPr>
          <p:cNvPr id="12" name="text-64">
            <a:extLst xmlns:a="http://schemas.openxmlformats.org/drawingml/2006/main">
              <a:ext uri="{FF2B5EF4-FFF2-40B4-BE49-F238E27FC236}">
                <a16:creationId xmlns:a16="http://schemas.microsoft.com/office/drawing/2014/main" id="{BFEEF8CC-9ACC-4E16-9E70-FE2FAEE5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857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[说明这一环节的</a:t>
            </a:r>
          </a:p>
          <a:p xmlns:a="http://schemas.openxmlformats.org/drawingml/2006/main">
            <a:pPr algn="l">
              <a:def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输入、动作或产出]</a:t>
            </a:r>
          </a:p>
        </p:txBody>
      </p:sp>
    </p:spTree>
    <p:extLst>
      <p:ext uri="{BB962C8B-B14F-4D97-AF65-F5344CB8AC3E}">
        <p14:creationId xmlns:p14="http://schemas.microsoft.com/office/powerpoint/2010/main" val="19713863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-65">
            <a:extLst xmlns:a="http://schemas.openxmlformats.org/drawingml/2006/main">
              <a:ext uri="{FF2B5EF4-FFF2-40B4-BE49-F238E27FC236}">
                <a16:creationId xmlns:a16="http://schemas.microsoft.com/office/drawing/2014/main" id="{061E498D-7CFC-4910-A0C9-CFE83C64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计划与里程碑</a:t>
            </a:r>
          </a:p>
        </p:txBody>
      </p:sp>
      <p:sp>
        <p:nvSpPr>
          <p:cNvPr id="2" name="page-label-66">
            <a:extLst xmlns:a="http://schemas.openxmlformats.org/drawingml/2006/main">
              <a:ext uri="{FF2B5EF4-FFF2-40B4-BE49-F238E27FC236}">
                <a16:creationId xmlns:a16="http://schemas.microsoft.com/office/drawing/2014/main" id="{5C5C0B72-2CAC-4A34-9BD2-7D879148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时间线页</a:t>
            </a:r>
          </a:p>
        </p:txBody>
      </p:sp>
      <p:sp>
        <p:nvSpPr>
          <p:cNvPr id="3" name="page-number-67">
            <a:extLst xmlns:a="http://schemas.openxmlformats.org/drawingml/2006/main">
              <a:ext uri="{FF2B5EF4-FFF2-40B4-BE49-F238E27FC236}">
                <a16:creationId xmlns:a16="http://schemas.microsoft.com/office/drawing/2014/main" id="{47CA3BB1-DE0B-4388-B96F-5C2C8480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F2D1FF-E97C-45CC-8A13-B2FA22C7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467100"/>
            <a:ext cx="8372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2DC"/>
            </a:solidFill>
          </a:ln>
        </p:spPr>
      </p:sp>
      <p:sp>
        <p:nvSpPr>
          <p:cNvPr id="5" name="timeline-point-1">
            <a:extLst xmlns:a="http://schemas.openxmlformats.org/drawingml/2006/main">
              <a:ext uri="{FF2B5EF4-FFF2-40B4-BE49-F238E27FC236}">
                <a16:creationId xmlns:a16="http://schemas.microsoft.com/office/drawing/2014/main" id="{EF507D00-F3AA-459D-AC3E-273F8292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409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4D"/>
          </a:solidFill>
          <a:ln xmlns:a="http://schemas.openxmlformats.org/drawingml/2006/main" w="0">
            <a:solidFill>
              <a:srgbClr val="315F4D"/>
            </a:solidFill>
          </a:ln>
        </p:spPr>
      </p:sp>
      <p:sp>
        <p:nvSpPr>
          <p:cNvPr id="6" name="text-68">
            <a:extLst xmlns:a="http://schemas.openxmlformats.org/drawingml/2006/main">
              <a:ext uri="{FF2B5EF4-FFF2-40B4-BE49-F238E27FC236}">
                <a16:creationId xmlns:a16="http://schemas.microsoft.com/office/drawing/2014/main" id="{77617C0C-3127-4323-AB46-77422297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9825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[阶段一]</a:t>
            </a:r>
          </a:p>
        </p:txBody>
      </p:sp>
      <p:sp>
        <p:nvSpPr>
          <p:cNvPr id="7" name="text-69">
            <a:extLst xmlns:a="http://schemas.openxmlformats.org/drawingml/2006/main">
              <a:ext uri="{FF2B5EF4-FFF2-40B4-BE49-F238E27FC236}">
                <a16:creationId xmlns:a16="http://schemas.microsoft.com/office/drawing/2014/main" id="{D92AFAF0-D059-453E-8B4E-616094A9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[时间或完成条件]</a:t>
            </a:r>
          </a:p>
        </p:txBody>
      </p:sp>
      <p:sp>
        <p:nvSpPr>
          <p:cNvPr id="8" name="text-70">
            <a:extLst xmlns:a="http://schemas.openxmlformats.org/drawingml/2006/main">
              <a:ext uri="{FF2B5EF4-FFF2-40B4-BE49-F238E27FC236}">
                <a16:creationId xmlns:a16="http://schemas.microsoft.com/office/drawing/2014/main" id="{C4CDE6A1-FF08-4647-95E8-9F7FB5FD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86275"/>
            <a:ext cx="2286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[对应的任务</a:t>
            </a:r>
          </a:p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与交付内容]</a:t>
            </a:r>
          </a:p>
        </p:txBody>
      </p:sp>
      <p:sp>
        <p:nvSpPr>
          <p:cNvPr id="9" name="timeline-point-2">
            <a:extLst xmlns:a="http://schemas.openxmlformats.org/drawingml/2006/main">
              <a:ext uri="{FF2B5EF4-FFF2-40B4-BE49-F238E27FC236}">
                <a16:creationId xmlns:a16="http://schemas.microsoft.com/office/drawing/2014/main" id="{27437FD2-6598-401C-9EC8-B594576C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09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4D"/>
          </a:solidFill>
          <a:ln xmlns:a="http://schemas.openxmlformats.org/drawingml/2006/main" w="0">
            <a:solidFill>
              <a:srgbClr val="315F4D"/>
            </a:solidFill>
          </a:ln>
        </p:spPr>
      </p:sp>
      <p:sp>
        <p:nvSpPr>
          <p:cNvPr id="10" name="text-71">
            <a:extLst xmlns:a="http://schemas.openxmlformats.org/drawingml/2006/main">
              <a:ext uri="{FF2B5EF4-FFF2-40B4-BE49-F238E27FC236}">
                <a16:creationId xmlns:a16="http://schemas.microsoft.com/office/drawing/2014/main" id="{E2567CF7-824A-4122-8F24-A8A1E84F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09825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[阶段二]</a:t>
            </a:r>
          </a:p>
        </p:txBody>
      </p:sp>
      <p:sp>
        <p:nvSpPr>
          <p:cNvPr id="11" name="text-72">
            <a:extLst xmlns:a="http://schemas.openxmlformats.org/drawingml/2006/main">
              <a:ext uri="{FF2B5EF4-FFF2-40B4-BE49-F238E27FC236}">
                <a16:creationId xmlns:a16="http://schemas.microsoft.com/office/drawing/2014/main" id="{E87EACFF-7AC0-47F3-841F-02CB7557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8481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[时间或完成条件]</a:t>
            </a:r>
          </a:p>
        </p:txBody>
      </p:sp>
      <p:sp>
        <p:nvSpPr>
          <p:cNvPr id="12" name="text-73">
            <a:extLst xmlns:a="http://schemas.openxmlformats.org/drawingml/2006/main">
              <a:ext uri="{FF2B5EF4-FFF2-40B4-BE49-F238E27FC236}">
                <a16:creationId xmlns:a16="http://schemas.microsoft.com/office/drawing/2014/main" id="{78F41E46-8A1F-4AD9-A361-BEE53823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486275"/>
            <a:ext cx="2286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[对应的任务</a:t>
            </a:r>
          </a:p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与交付内容]</a:t>
            </a:r>
          </a:p>
        </p:txBody>
      </p:sp>
      <p:sp>
        <p:nvSpPr>
          <p:cNvPr id="13" name="timeline-point-3">
            <a:extLst xmlns:a="http://schemas.openxmlformats.org/drawingml/2006/main">
              <a:ext uri="{FF2B5EF4-FFF2-40B4-BE49-F238E27FC236}">
                <a16:creationId xmlns:a16="http://schemas.microsoft.com/office/drawing/2014/main" id="{F2C007B6-23FF-47BC-B361-8C592075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09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4D"/>
          </a:solidFill>
          <a:ln xmlns:a="http://schemas.openxmlformats.org/drawingml/2006/main" w="0">
            <a:solidFill>
              <a:srgbClr val="315F4D"/>
            </a:solidFill>
          </a:ln>
        </p:spPr>
      </p:sp>
      <p:sp>
        <p:nvSpPr>
          <p:cNvPr id="14" name="text-74">
            <a:extLst xmlns:a="http://schemas.openxmlformats.org/drawingml/2006/main">
              <a:ext uri="{FF2B5EF4-FFF2-40B4-BE49-F238E27FC236}">
                <a16:creationId xmlns:a16="http://schemas.microsoft.com/office/drawing/2014/main" id="{E517AAE7-80F2-42DE-8DFB-13D8A763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9825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[阶段三]</a:t>
            </a:r>
          </a:p>
        </p:txBody>
      </p:sp>
      <p:sp>
        <p:nvSpPr>
          <p:cNvPr id="15" name="text-75">
            <a:extLst xmlns:a="http://schemas.openxmlformats.org/drawingml/2006/main">
              <a:ext uri="{FF2B5EF4-FFF2-40B4-BE49-F238E27FC236}">
                <a16:creationId xmlns:a16="http://schemas.microsoft.com/office/drawing/2014/main" id="{3A8F78D7-B6A5-42F4-AAAF-24E2938B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[时间或完成条件]</a:t>
            </a:r>
          </a:p>
        </p:txBody>
      </p:sp>
      <p:sp>
        <p:nvSpPr>
          <p:cNvPr id="16" name="text-76">
            <a:extLst xmlns:a="http://schemas.openxmlformats.org/drawingml/2006/main">
              <a:ext uri="{FF2B5EF4-FFF2-40B4-BE49-F238E27FC236}">
                <a16:creationId xmlns:a16="http://schemas.microsoft.com/office/drawing/2014/main" id="{7F6A261F-DA85-416E-BD1B-64869F85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86275"/>
            <a:ext cx="2286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[对应的任务</a:t>
            </a:r>
          </a:p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与交付内容]</a:t>
            </a:r>
          </a:p>
        </p:txBody>
      </p:sp>
      <p:sp>
        <p:nvSpPr>
          <p:cNvPr id="17" name="timeline-point-4">
            <a:extLst xmlns:a="http://schemas.openxmlformats.org/drawingml/2006/main">
              <a:ext uri="{FF2B5EF4-FFF2-40B4-BE49-F238E27FC236}">
                <a16:creationId xmlns:a16="http://schemas.microsoft.com/office/drawing/2014/main" id="{A964F201-970B-49A1-8809-853221C9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409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4D"/>
          </a:solidFill>
          <a:ln xmlns:a="http://schemas.openxmlformats.org/drawingml/2006/main" w="0">
            <a:solidFill>
              <a:srgbClr val="315F4D"/>
            </a:solidFill>
          </a:ln>
        </p:spPr>
      </p:sp>
      <p:sp>
        <p:nvSpPr>
          <p:cNvPr id="18" name="text-77">
            <a:extLst xmlns:a="http://schemas.openxmlformats.org/drawingml/2006/main">
              <a:ext uri="{FF2B5EF4-FFF2-40B4-BE49-F238E27FC236}">
                <a16:creationId xmlns:a16="http://schemas.microsoft.com/office/drawing/2014/main" id="{EF7C3FA6-D727-43BF-A0E7-E099D7F0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409825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[阶段四]</a:t>
            </a:r>
          </a:p>
        </p:txBody>
      </p:sp>
      <p:sp>
        <p:nvSpPr>
          <p:cNvPr id="19" name="text-78">
            <a:extLst xmlns:a="http://schemas.openxmlformats.org/drawingml/2006/main">
              <a:ext uri="{FF2B5EF4-FFF2-40B4-BE49-F238E27FC236}">
                <a16:creationId xmlns:a16="http://schemas.microsoft.com/office/drawing/2014/main" id="{0DCC54A5-1D1F-4020-B6A8-E0AA9D3A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8481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[时间或完成条件]</a:t>
            </a:r>
          </a:p>
        </p:txBody>
      </p:sp>
      <p:sp>
        <p:nvSpPr>
          <p:cNvPr id="20" name="text-79">
            <a:extLst xmlns:a="http://schemas.openxmlformats.org/drawingml/2006/main">
              <a:ext uri="{FF2B5EF4-FFF2-40B4-BE49-F238E27FC236}">
                <a16:creationId xmlns:a16="http://schemas.microsoft.com/office/drawing/2014/main" id="{75249248-AEC4-485D-947A-3FF21EBC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86275"/>
            <a:ext cx="2286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[对应的任务</a:t>
            </a:r>
          </a:p>
          <a:p xmlns:a="http://schemas.openxmlformats.org/drawingml/2006/main">
            <a:pPr algn="ctr">
              <a:def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与交付内容]</a:t>
            </a:r>
          </a:p>
        </p:txBody>
      </p:sp>
    </p:spTree>
    <p:extLst>
      <p:ext uri="{BB962C8B-B14F-4D97-AF65-F5344CB8AC3E}">
        <p14:creationId xmlns:p14="http://schemas.microsoft.com/office/powerpoint/2010/main" val="13150749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-80">
            <a:extLst xmlns:a="http://schemas.openxmlformats.org/drawingml/2006/main">
              <a:ext uri="{FF2B5EF4-FFF2-40B4-BE49-F238E27FC236}">
                <a16:creationId xmlns:a16="http://schemas.microsoft.com/office/drawing/2014/main" id="{1FD3A46B-BD38-43CF-B537-991A5C28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总结与下一步</a:t>
            </a:r>
          </a:p>
        </p:txBody>
      </p:sp>
      <p:sp>
        <p:nvSpPr>
          <p:cNvPr id="2" name="page-label-81">
            <a:extLst xmlns:a="http://schemas.openxmlformats.org/drawingml/2006/main">
              <a:ext uri="{FF2B5EF4-FFF2-40B4-BE49-F238E27FC236}">
                <a16:creationId xmlns:a16="http://schemas.microsoft.com/office/drawing/2014/main" id="{69E90E69-12DD-4B90-B8C4-19E1BACE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总结页</a:t>
            </a:r>
          </a:p>
        </p:txBody>
      </p:sp>
      <p:sp>
        <p:nvSpPr>
          <p:cNvPr id="3" name="page-number-82">
            <a:extLst xmlns:a="http://schemas.openxmlformats.org/drawingml/2006/main">
              <a:ext uri="{FF2B5EF4-FFF2-40B4-BE49-F238E27FC236}">
                <a16:creationId xmlns:a16="http://schemas.microsoft.com/office/drawing/2014/main" id="{0C207911-7C89-4D5E-BFB3-1CFA1801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747C76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text-83">
            <a:extLst xmlns:a="http://schemas.openxmlformats.org/drawingml/2006/main">
              <a:ext uri="{FF2B5EF4-FFF2-40B4-BE49-F238E27FC236}">
                <a16:creationId xmlns:a16="http://schemas.microsoft.com/office/drawing/2014/main" id="{7392ECF7-FADC-48DD-9DFB-2CAB7A81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6217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text-84">
            <a:extLst xmlns:a="http://schemas.openxmlformats.org/drawingml/2006/main">
              <a:ext uri="{FF2B5EF4-FFF2-40B4-BE49-F238E27FC236}">
                <a16:creationId xmlns:a16="http://schemas.microsoft.com/office/drawing/2014/main" id="{F8BC0D6A-15D5-4AC8-A4E9-C13201EB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247900"/>
            <a:ext cx="714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[一句话归纳最重要的认识]</a:t>
            </a:r>
          </a:p>
        </p:txBody>
      </p:sp>
      <p:sp>
        <p:nvSpPr>
          <p:cNvPr id="6" name="text-85">
            <a:extLst xmlns:a="http://schemas.openxmlformats.org/drawingml/2006/main">
              <a:ext uri="{FF2B5EF4-FFF2-40B4-BE49-F238E27FC236}">
                <a16:creationId xmlns:a16="http://schemas.microsoft.com/office/drawing/2014/main" id="{C1F7211E-5238-4B26-AB36-552A75FD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text-86">
            <a:extLst xmlns:a="http://schemas.openxmlformats.org/drawingml/2006/main">
              <a:ext uri="{FF2B5EF4-FFF2-40B4-BE49-F238E27FC236}">
                <a16:creationId xmlns:a16="http://schemas.microsoft.com/office/drawing/2014/main" id="{B804F77D-ACB3-40E6-988C-5F5A4297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438525"/>
            <a:ext cx="714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[一句话归纳第二项重点]</a:t>
            </a:r>
          </a:p>
        </p:txBody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69BD8577-D4F6-4CED-BD3B-FF694192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95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315F4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70AD9078-B7F3-433B-BC24-072EC646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29150"/>
            <a:ext cx="714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02724"/>
                </a:solidFill>
                <a:latin typeface="Microsoft YaHei"/>
                <a:ea typeface="Microsoft YaHei"/>
                <a:cs typeface="Microsoft YaHei"/>
              </a:rPr>
              <a:t>[一句话说明下一步方向]</a:t>
            </a:r>
          </a:p>
        </p:txBody>
      </p:sp>
    </p:spTree>
    <p:extLst>
      <p:ext uri="{BB962C8B-B14F-4D97-AF65-F5344CB8AC3E}">
        <p14:creationId xmlns:p14="http://schemas.microsoft.com/office/powerpoint/2010/main" val="41702330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02C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age-label-89">
            <a:extLst xmlns:a="http://schemas.openxmlformats.org/drawingml/2006/main">
              <a:ext uri="{FF2B5EF4-FFF2-40B4-BE49-F238E27FC236}">
                <a16:creationId xmlns:a16="http://schemas.microsoft.com/office/drawing/2014/main" id="{44FBAAAB-14DA-475A-BCBD-E8E7AB65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rPr>
              <a:t>[姓名或团队]</a:t>
            </a:r>
          </a:p>
        </p:txBody>
      </p:sp>
      <p:sp>
        <p:nvSpPr>
          <p:cNvPr id="2" name="page-number-90">
            <a:extLst xmlns:a="http://schemas.openxmlformats.org/drawingml/2006/main">
              <a:ext uri="{FF2B5EF4-FFF2-40B4-BE49-F238E27FC236}">
                <a16:creationId xmlns:a16="http://schemas.microsoft.com/office/drawing/2014/main" id="{039BDAB8-8E35-45F9-86EE-5D12FA01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674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closing-title-91">
            <a:extLst xmlns:a="http://schemas.openxmlformats.org/drawingml/2006/main">
              <a:ext uri="{FF2B5EF4-FFF2-40B4-BE49-F238E27FC236}">
                <a16:creationId xmlns:a16="http://schemas.microsoft.com/office/drawing/2014/main" id="{DF24BDB6-DE46-49F1-9977-85CBA297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850" b="1">
                <a:solidFill>
                  <a:srgbClr val="FAFAF7"/>
                </a:solidFill>
                <a:latin typeface="Microsoft YaHei"/>
                <a:ea typeface="Microsoft YaHei"/>
                <a:cs typeface="Microsoft YaHei"/>
              </a:rPr>
              <a:t>[结束语]</a:t>
            </a:r>
          </a:p>
        </p:txBody>
      </p:sp>
      <p:sp>
        <p:nvSpPr>
          <p:cNvPr id="4" name="text-92">
            <a:extLst xmlns:a="http://schemas.openxmlformats.org/drawingml/2006/main">
              <a:ext uri="{FF2B5EF4-FFF2-40B4-BE49-F238E27FC236}">
                <a16:creationId xmlns:a16="http://schemas.microsoft.com/office/drawing/2014/main" id="{C67B63C9-A866-4724-BF5F-FA9F6CBE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BDC9BF"/>
                </a:solidFill>
                <a:latin typeface="Microsoft YaHei"/>
                <a:ea typeface="Microsoft YaHei"/>
                <a:cs typeface="Microsoft YaHei"/>
              </a:rPr>
              <a:t>[联系方式或后续安排]</a:t>
            </a:r>
          </a:p>
        </p:txBody>
      </p:sp>
    </p:spTree>
    <p:extLst>
      <p:ext uri="{BB962C8B-B14F-4D97-AF65-F5344CB8AC3E}">
        <p14:creationId xmlns:p14="http://schemas.microsoft.com/office/powerpoint/2010/main" val="18946893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2026-10-24T01:27:35.0800000Z</dcterms:created>
  <dcterms:modified xsi:type="dcterms:W3CDTF">2026-10-24T01:27:35.0800000Z</dcterms:modified>
</coreProperties>
</file>