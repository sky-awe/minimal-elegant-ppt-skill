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eb50535f43e475e" /><Relationship Type="http://schemas.openxmlformats.org/officeDocument/2006/relationships/extended-properties" Target="/docProps/app.xml" Id="Rde7604304fee4c08" /><Relationship Type="http://schemas.openxmlformats.org/officeDocument/2006/relationships/officeDocument" Target="/ppt/presentation.xml" Id="Rd0603aba185348a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c62fe22eecc4fd2"/>
  </p:sldMasterIdLst>
  <p:notesMasterIdLst>
    <p:notesMasterId xmlns:r="http://schemas.openxmlformats.org/officeDocument/2006/relationships" r:id="Ra0789b1e7de245b0"/>
  </p:notesMasterIdLst>
  <p:sldIdLst>
    <p:sldId xmlns:r="http://schemas.openxmlformats.org/officeDocument/2006/relationships" id="256" r:id="Rfd531015d0e942b0"/>
    <p:sldId xmlns:r="http://schemas.openxmlformats.org/officeDocument/2006/relationships" id="257" r:id="Rae44f8e70b38425b"/>
    <p:sldId xmlns:r="http://schemas.openxmlformats.org/officeDocument/2006/relationships" id="258" r:id="Rab483156f58d4a95"/>
    <p:sldId xmlns:r="http://schemas.openxmlformats.org/officeDocument/2006/relationships" id="259" r:id="R1635532b66fe43f5"/>
    <p:sldId xmlns:r="http://schemas.openxmlformats.org/officeDocument/2006/relationships" id="260" r:id="R67891f3d02c14520"/>
    <p:sldId xmlns:r="http://schemas.openxmlformats.org/officeDocument/2006/relationships" id="261" r:id="R568ba3eb1e0d4224"/>
    <p:sldId xmlns:r="http://schemas.openxmlformats.org/officeDocument/2006/relationships" id="262" r:id="R7d2f4fe725004c4a"/>
    <p:sldId xmlns:r="http://schemas.openxmlformats.org/officeDocument/2006/relationships" id="263" r:id="R6f86bb94f7254a04"/>
    <p:sldId xmlns:r="http://schemas.openxmlformats.org/officeDocument/2006/relationships" id="264" r:id="Rab0716e87cf14c9a"/>
    <p:sldId xmlns:r="http://schemas.openxmlformats.org/officeDocument/2006/relationships" id="265" r:id="R5df75c3b928544e0"/>
    <p:sldId xmlns:r="http://schemas.openxmlformats.org/officeDocument/2006/relationships" id="266" r:id="Rfc82ffae464d455c"/>
    <p:sldId xmlns:r="http://schemas.openxmlformats.org/officeDocument/2006/relationships" id="267" r:id="R34e900d358c0454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e942a8ee18a4a85" /><Relationship Type="http://schemas.openxmlformats.org/officeDocument/2006/relationships/slideMaster" Target="/ppt/slideMasters/slideMaster1.xml" Id="Rcc62fe22eecc4fd2" /><Relationship Type="http://schemas.openxmlformats.org/officeDocument/2006/relationships/notesMaster" Target="/ppt/notesMasters/notesMaster1.xml" Id="Ra0789b1e7de245b0" /><Relationship Type="http://schemas.openxmlformats.org/officeDocument/2006/relationships/presProps" Target="/ppt/presProps.xml" Id="Rda1e3e5e70c24af4" /><Relationship Type="http://schemas.openxmlformats.org/officeDocument/2006/relationships/tableStyles" Target="/ppt/tableStyles.xml" Id="Refaf59edc2064de2" /><Relationship Type="http://schemas.openxmlformats.org/officeDocument/2006/relationships/slide" Target="/ppt/slides/slide1.xml" Id="Rfd531015d0e942b0" /><Relationship Type="http://schemas.openxmlformats.org/officeDocument/2006/relationships/slide" Target="/ppt/slides/slide2.xml" Id="Rae44f8e70b38425b" /><Relationship Type="http://schemas.openxmlformats.org/officeDocument/2006/relationships/slide" Target="/ppt/slides/slide3.xml" Id="Rab483156f58d4a95" /><Relationship Type="http://schemas.openxmlformats.org/officeDocument/2006/relationships/slide" Target="/ppt/slides/slide4.xml" Id="R1635532b66fe43f5" /><Relationship Type="http://schemas.openxmlformats.org/officeDocument/2006/relationships/slide" Target="/ppt/slides/slide5.xml" Id="R67891f3d02c14520" /><Relationship Type="http://schemas.openxmlformats.org/officeDocument/2006/relationships/slide" Target="/ppt/slides/slide6.xml" Id="R568ba3eb1e0d4224" /><Relationship Type="http://schemas.openxmlformats.org/officeDocument/2006/relationships/slide" Target="/ppt/slides/slide7.xml" Id="R7d2f4fe725004c4a" /><Relationship Type="http://schemas.openxmlformats.org/officeDocument/2006/relationships/slide" Target="/ppt/slides/slide8.xml" Id="R6f86bb94f7254a04" /><Relationship Type="http://schemas.openxmlformats.org/officeDocument/2006/relationships/slide" Target="/ppt/slides/slide9.xml" Id="Rab0716e87cf14c9a" /><Relationship Type="http://schemas.openxmlformats.org/officeDocument/2006/relationships/slide" Target="/ppt/slides/slide10.xml" Id="R5df75c3b928544e0" /><Relationship Type="http://schemas.openxmlformats.org/officeDocument/2006/relationships/slide" Target="/ppt/slides/slide11.xml" Id="Rfc82ffae464d455c" /><Relationship Type="http://schemas.openxmlformats.org/officeDocument/2006/relationships/slide" Target="/ppt/slides/slide12.xml" Id="R34e900d358c0454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42de2b2892f4e0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8cfa0cdf116429c" /><Relationship Type="http://schemas.openxmlformats.org/officeDocument/2006/relationships/notesMaster" Target="/ppt/notesMasters/notesMaster1.xml" Id="Re03cffe4972f4d6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05faa972dcc4a24" /><Relationship Type="http://schemas.openxmlformats.org/officeDocument/2006/relationships/notesMaster" Target="/ppt/notesMasters/notesMaster1.xml" Id="Rbc8a4d1c07194b2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3c1e61f085a457c" /><Relationship Type="http://schemas.openxmlformats.org/officeDocument/2006/relationships/notesMaster" Target="/ppt/notesMasters/notesMaster1.xml" Id="R3faea1ad292340d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fa2e65744994871" /><Relationship Type="http://schemas.openxmlformats.org/officeDocument/2006/relationships/notesMaster" Target="/ppt/notesMasters/notesMaster1.xml" Id="R9142f9fbf7e548f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9f06cad26d44fe5" /><Relationship Type="http://schemas.openxmlformats.org/officeDocument/2006/relationships/notesMaster" Target="/ppt/notesMasters/notesMaster1.xml" Id="Rc9ad45ec15ed4c8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d4c223b4b4846e4" /><Relationship Type="http://schemas.openxmlformats.org/officeDocument/2006/relationships/notesMaster" Target="/ppt/notesMasters/notesMaster1.xml" Id="R08ac12ed6d244ba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24929bd73c44598" /><Relationship Type="http://schemas.openxmlformats.org/officeDocument/2006/relationships/notesMaster" Target="/ppt/notesMasters/notesMaster1.xml" Id="Ra476c082314e422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fcc3968d3c14988" /><Relationship Type="http://schemas.openxmlformats.org/officeDocument/2006/relationships/notesMaster" Target="/ppt/notesMasters/notesMaster1.xml" Id="R3f5b2ff6f93c439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a8689b10d174c0d" /><Relationship Type="http://schemas.openxmlformats.org/officeDocument/2006/relationships/notesMaster" Target="/ppt/notesMasters/notesMaster1.xml" Id="Re5194d461e5248a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649ab8629bd46a5" /><Relationship Type="http://schemas.openxmlformats.org/officeDocument/2006/relationships/notesMaster" Target="/ppt/notesMasters/notesMaster1.xml" Id="R5f641ea5df8e411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fb9860c39704e1f" /><Relationship Type="http://schemas.openxmlformats.org/officeDocument/2006/relationships/notesMaster" Target="/ppt/notesMasters/notesMaster1.xml" Id="R77ec2dc8c2da47f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5488dacd8c544ee" /><Relationship Type="http://schemas.openxmlformats.org/officeDocument/2006/relationships/notesMaster" Target="/ppt/notesMasters/notesMaster1.xml" Id="R99264397b750432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封面沿用白底、深绿主题和左对齐的层级。上方放主题类别，中部用一句话点明本次汇报重点，下方补充项目、背景与署名。替换示范标题即可，不必照搬模板文案。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本页是通用版式示例。正式使用时替换示范文案与占位内容；页脚来源、演讲备注按具体任务决定。此模板没有业务或研究数据。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章节页沿用正文的白底与深绿，不自动切换深色整页。短汇报可以删除本页；较长汇报保留章节名称与一句关键问题，底部可列本章内容。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本页是通用版式示例。正式使用时替换示范文案与占位内容；页脚来源、演讲备注按具体任务决定。此模板没有业务或研究数据。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目录用三个相互衔接的部分示范结构，并不要求每次都分三部分。修改时主题与解释保持紧密，避免只列章节名却不说明各部分要回答什么。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本页是通用版式示例。正式使用时替换示范文案与占位内容；页脚来源、演讲备注按具体任务决定。此模板没有业务或研究数据。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先用一句话明确判断，再用两项直接依据支撑。大标题和下方说明分层呈现。替换内容时不要把同一句话换几个说法重复三遍。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本页是通用版式示例。正式使用时替换示范文案与占位内容；页脚来源、演讲备注按具体任务决定。此模板没有业务或研究数据。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先告诉听众为什么看这张图，再指出图中的关键位置，最后归纳它说明什么。右侧说明对应左侧图像，不另讲无关信息。替换图像后删除占位框，保留必要来源。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本页是通用版式示例。正式使用时替换示范文案与占位内容；页脚来源、演讲备注按具体任务决定。此模板没有业务或研究数据。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两图使用一致的显示比例和文字层级。讲述时先说明两边分别代表什么，再比较关键差异。若单位或条件不同，要解释可比范围。底部只保留一条综合判断。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本页是通用版式示例。正式使用时替换示范文案与占位内容；页脚来源、演讲备注按具体任务决定。此模板没有业务或研究数据。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这张图用来回答具体问题。先指出总体变化方向，再解释实际幅度和单位，最后说明它支持什么判断。这里没有填入任何示范数字或虚构趋势。正式使用时，结论与注释必须来自真实材料。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本页是通用版式示例。正式使用时替换示范文案与占位内容；页脚来源、演讲备注按具体任务决定。此模板没有业务或研究数据。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先确认比较维度一致，再逐行解释差别。表格是原生可编辑对象。不要为了填满两个方案而编造特点或结论；缺少信息可以明确标记待补。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本页是通用版式示例。正式使用时替换示范文案与占位内容；页脚来源、演讲备注按具体任务决定。此模板没有业务或研究数据。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流程的三个节点与两条箭头沿用原生对象。讲述时说明每一步接收什么、完成什么、交出什么，箭头从前一环节指向后一环节。节点数量按实际过程调整。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本页是通用版式示例。正式使用时替换示范文案与占位内容；页脚来源、演讲备注按具体任务决定。此模板没有业务或研究数据。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按阶段说明时间、任务和交付。当前节点等距只是版式示意，不表示真实阶段时长相同。如需要按时间比例表达，应依据真实日期重新排列节点。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本页是通用版式示例。正式使用时替换示范文案与占位内容；页脚来源、演讲备注按具体任务决定。此模板没有业务或研究数据。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左侧回收前面已经讲清楚的主要认识，右侧提出实际需要讨论或推进的问题。条目数与讨论形式服从具体任务，不要求每次都三条结论、两个问题。避免在总结页引入新的证据。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本页是通用版式示例。正式使用时替换示范文案与占位内容；页脚来源、演讲备注按具体任务决定。此模板没有业务或研究数据。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结束页保持与正文一致的白底深绿。根据场景替换结束语和联系方式；如果总结页已经足够，可以直接删除本页。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本页是通用版式示例。正式使用时替换示范文案与占位内容；页脚来源、演讲备注按具体任务决定。此模板没有业务或研究数据。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aff25f7d0f493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3e8e881c32496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3a9eb8c557409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64fc492ab3417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d250289cb0434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75d0a81acf403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00A4BED-79D5-4189-A145-F232129174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2AD5A3A-DD5C-4142-8B07-65A007C6469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693CD74-945E-4CE5-9023-4B0666F6A6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652BB3B-5654-4B5F-8A75-E870F05813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55D99D3-D404-4D9D-9BD7-B2A7A93E076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D64C79E-E3E0-4465-8DB2-3DE9AF6F6B0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11EC03F-B8FA-4F4B-BE86-602A8625CAB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F24F312-4427-46F3-A5D1-708AD3B3589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E2F0873-4739-4FE1-993D-022CF15CD0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A52808B-C45D-4D9E-8DF9-B04CC2C4F94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1df3078b1a54e22" /><Relationship Type="http://schemas.openxmlformats.org/officeDocument/2006/relationships/slideLayout" Target="/ppt/slideLayouts/slideLayout1.xml" Id="R98fa912e6ac84961" /><Relationship Type="http://schemas.openxmlformats.org/officeDocument/2006/relationships/slideLayout" Target="/ppt/slideLayouts/slideLayout2.xml" Id="Rbe0f59f826ab455e" /><Relationship Type="http://schemas.openxmlformats.org/officeDocument/2006/relationships/slideLayout" Target="/ppt/slideLayouts/slideLayout3.xml" Id="R04cbb3692b82467e" /><Relationship Type="http://schemas.openxmlformats.org/officeDocument/2006/relationships/slideLayout" Target="/ppt/slideLayouts/slideLayout4.xml" Id="Re72fcb3f214a4a58" /><Relationship Type="http://schemas.openxmlformats.org/officeDocument/2006/relationships/slideLayout" Target="/ppt/slideLayouts/slideLayout5.xml" Id="Rd7d7988d584844a5" /><Relationship Type="http://schemas.openxmlformats.org/officeDocument/2006/relationships/slideLayout" Target="/ppt/slideLayouts/slideLayout6.xml" Id="Rd619163421f24ac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8fa912e6ac84961"/>
    <p:sldLayoutId xmlns:r="http://schemas.openxmlformats.org/officeDocument/2006/relationships" id="2147483650" r:id="Rbe0f59f826ab455e"/>
    <p:sldLayoutId xmlns:r="http://schemas.openxmlformats.org/officeDocument/2006/relationships" id="2147483651" r:id="R04cbb3692b82467e"/>
    <p:sldLayoutId xmlns:r="http://schemas.openxmlformats.org/officeDocument/2006/relationships" id="2147483652" r:id="Re72fcb3f214a4a58"/>
    <p:sldLayoutId xmlns:r="http://schemas.openxmlformats.org/officeDocument/2006/relationships" id="2147483653" r:id="Rd7d7988d584844a5"/>
    <p:sldLayoutId xmlns:r="http://schemas.openxmlformats.org/officeDocument/2006/relationships" id="2147483654" r:id="Rd619163421f24ac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ce276f0a434051" /><Relationship Type="http://schemas.openxmlformats.org/officeDocument/2006/relationships/notesSlide" Target="/ppt/notesSlides/notesSlide1.xml" Id="Ra28376aa0fdd4fc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ff1e8ce8724136" /><Relationship Type="http://schemas.openxmlformats.org/officeDocument/2006/relationships/notesSlide" Target="/ppt/notesSlides/notesSlide2.xml" Id="R4c786ae261db429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fc9a76c70d4675" /><Relationship Type="http://schemas.openxmlformats.org/officeDocument/2006/relationships/notesSlide" Target="/ppt/notesSlides/notesSlide3.xml" Id="R07da4242c0ab4c8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9e7f2cba92400a" /><Relationship Type="http://schemas.openxmlformats.org/officeDocument/2006/relationships/notesSlide" Target="/ppt/notesSlides/notesSlide4.xml" Id="R6fb825653bb847e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8abfdc10d24db5" /><Relationship Type="http://schemas.openxmlformats.org/officeDocument/2006/relationships/notesSlide" Target="/ppt/notesSlides/notesSlide5.xml" Id="R66e8f3a56c624b3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11abb9c86a4e5c" /><Relationship Type="http://schemas.openxmlformats.org/officeDocument/2006/relationships/notesSlide" Target="/ppt/notesSlides/notesSlide6.xml" Id="R5eeae21ca625472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b4fa12cb0f4d70" /><Relationship Type="http://schemas.openxmlformats.org/officeDocument/2006/relationships/notesSlide" Target="/ppt/notesSlides/notesSlide7.xml" Id="R47759a1cb0194ff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c849643990465c" /><Relationship Type="http://schemas.openxmlformats.org/officeDocument/2006/relationships/notesSlide" Target="/ppt/notesSlides/notesSlide8.xml" Id="Rfcf51298b5d7463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b051532ed44561" /><Relationship Type="http://schemas.openxmlformats.org/officeDocument/2006/relationships/notesSlide" Target="/ppt/notesSlides/notesSlide9.xml" Id="Re0efff896b6b49e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3c41624d584d61" /><Relationship Type="http://schemas.openxmlformats.org/officeDocument/2006/relationships/notesSlide" Target="/ppt/notesSlides/notesSlide10.xml" Id="R814c7f808c9f4b8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11c741967e4b36" /><Relationship Type="http://schemas.openxmlformats.org/officeDocument/2006/relationships/notesSlide" Target="/ppt/notesSlides/notesSlide11.xml" Id="R69546bf641a94f5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cef58e3b67470c" /><Relationship Type="http://schemas.openxmlformats.org/officeDocument/2006/relationships/notesSlide" Target="/ppt/notesSlides/notesSlide12.xml" Id="R0249b467278a46e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age-label-1">
            <a:extLst xmlns:a="http://schemas.openxmlformats.org/drawingml/2006/main">
              <a:ext uri="{FF2B5EF4-FFF2-40B4-BE49-F238E27FC236}">
                <a16:creationId xmlns:a16="http://schemas.microsoft.com/office/drawing/2014/main" id="{89CF82CC-8916-4B37-AFCB-126D88113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rPr>
              <a:t>[姓名 / 团队]   ·   [日期]</a:t>
            </a:r>
          </a:p>
        </p:txBody>
      </p:sp>
      <p:sp>
        <p:nvSpPr>
          <p:cNvPr id="2" name="page-number-2">
            <a:extLst xmlns:a="http://schemas.openxmlformats.org/drawingml/2006/main">
              <a:ext uri="{FF2B5EF4-FFF2-40B4-BE49-F238E27FC236}">
                <a16:creationId xmlns:a16="http://schemas.microsoft.com/office/drawing/2014/main" id="{E9F0679C-EB8D-4413-9369-611CF2824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76489C98-C605-4957-8ABD-019918CE8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650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650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650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650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650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650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650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650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650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92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rPr>
              <a:t>简约高级 · 通用演示模板</a:t>
            </a:r>
          </a:p>
        </p:txBody>
      </p:sp>
      <p:sp>
        <p:nvSpPr>
          <p:cNvPr id="4" name="cover-title-4">
            <a:extLst xmlns:a="http://schemas.openxmlformats.org/drawingml/2006/main">
              <a:ext uri="{FF2B5EF4-FFF2-40B4-BE49-F238E27FC236}">
                <a16:creationId xmlns:a16="http://schemas.microsoft.com/office/drawing/2014/main" id="{B56A038D-5993-4967-83A6-860D0AFD3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11049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63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63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63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63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63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63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63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63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63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480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rPr>
              <a:t>主题明确，重点突出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1995375C-951B-4BB1-80D3-9BCBCCE7B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05125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00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00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00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00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00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00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00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00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00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700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rPr>
              <a:t>用清楚的层级，组织内容与证据</a:t>
            </a:r>
          </a:p>
        </p:txBody>
      </p:sp>
      <p:sp>
        <p:nvSpPr>
          <p:cNvPr id="7" name="refined-1">
            <a:extLst xmlns:a="http://schemas.openxmlformats.org/drawingml/2006/main">
              <a:ext uri="{FF2B5EF4-FFF2-40B4-BE49-F238E27FC236}">
                <a16:creationId xmlns:a16="http://schemas.microsoft.com/office/drawing/2014/main" id="{2B813137-E740-4E4D-A778-CF2A2A4E1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0530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325" b="1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325" b="1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325" b="1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325" b="1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325" b="1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325" b="1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325" b="1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325" b="1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325" b="1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rPr>
              <a:t>[演示主题或项目名称]</a:t>
            </a:r>
          </a:p>
        </p:txBody>
      </p:sp>
      <p:sp>
        <p:nvSpPr>
          <p:cNvPr id="8" name="refined-2">
            <a:extLst xmlns:a="http://schemas.openxmlformats.org/drawingml/2006/main">
              <a:ext uri="{FF2B5EF4-FFF2-40B4-BE49-F238E27FC236}">
                <a16:creationId xmlns:a16="http://schemas.microsoft.com/office/drawing/2014/main" id="{12EA10A4-0256-458B-8425-73F4C31EF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530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rPr>
              <a:t>[一句话说明本次汇报的背景与目的]</a:t>
            </a:r>
          </a:p>
        </p:txBody>
      </p:sp>
    </p:spTree>
    <p:extLst>
      <p:ext uri="{BB962C8B-B14F-4D97-AF65-F5344CB8AC3E}">
        <p14:creationId xmlns:p14="http://schemas.microsoft.com/office/powerpoint/2010/main" val="167653896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age-label-6">
            <a:extLst xmlns:a="http://schemas.openxmlformats.org/drawingml/2006/main">
              <a:ext uri="{FF2B5EF4-FFF2-40B4-BE49-F238E27FC236}">
                <a16:creationId xmlns:a16="http://schemas.microsoft.com/office/drawing/2014/main" id="{1F2C7287-A590-45CF-BC94-EC21A6F1D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125" b="0">
                <a:solidFill>
                  <a:srgbClr val="BDC9B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125" b="0">
                <a:solidFill>
                  <a:srgbClr val="BDC9B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125" b="0">
                <a:solidFill>
                  <a:srgbClr val="BDC9B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125" b="0">
                <a:solidFill>
                  <a:srgbClr val="BDC9B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125" b="0">
                <a:solidFill>
                  <a:srgbClr val="BDC9B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125" b="0">
                <a:solidFill>
                  <a:srgbClr val="BDC9B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125" b="0">
                <a:solidFill>
                  <a:srgbClr val="BDC9B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125" b="0">
                <a:solidFill>
                  <a:srgbClr val="BDC9B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125" b="0">
                <a:solidFill>
                  <a:srgbClr val="BDC9B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rPr>
              <a:t>[项目或来源 · 按需填写]</a:t>
            </a:r>
          </a:p>
        </p:txBody>
      </p:sp>
      <p:sp>
        <p:nvSpPr>
          <p:cNvPr id="2" name="page-number-7">
            <a:extLst xmlns:a="http://schemas.openxmlformats.org/drawingml/2006/main">
              <a:ext uri="{FF2B5EF4-FFF2-40B4-BE49-F238E27FC236}">
                <a16:creationId xmlns:a16="http://schemas.microsoft.com/office/drawing/2014/main" id="{DB63976F-0155-415F-B664-D364B3268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1125" b="0">
                <a:solidFill>
                  <a:srgbClr val="BDC9BF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1125" b="0">
                <a:solidFill>
                  <a:srgbClr val="BDC9BF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1125" b="0">
                <a:solidFill>
                  <a:srgbClr val="BDC9BF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1125" b="0">
                <a:solidFill>
                  <a:srgbClr val="BDC9BF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1125" b="0">
                <a:solidFill>
                  <a:srgbClr val="BDC9BF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1125" b="0">
                <a:solidFill>
                  <a:srgbClr val="BDC9BF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1125" b="0">
                <a:solidFill>
                  <a:srgbClr val="BDC9BF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1125" b="0">
                <a:solidFill>
                  <a:srgbClr val="BDC9BF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1125" b="0">
                <a:solidFill>
                  <a:srgbClr val="BDC9B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" name="text-8">
            <a:extLst xmlns:a="http://schemas.openxmlformats.org/drawingml/2006/main">
              <a:ext uri="{FF2B5EF4-FFF2-40B4-BE49-F238E27FC236}">
                <a16:creationId xmlns:a16="http://schemas.microsoft.com/office/drawing/2014/main" id="{B569580A-4F18-4857-A140-CF15F6A14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62150"/>
            <a:ext cx="10477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0200" b="0">
                <a:solidFill>
                  <a:srgbClr val="BDC9B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0200" b="0">
                <a:solidFill>
                  <a:srgbClr val="BDC9B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0200" b="0">
                <a:solidFill>
                  <a:srgbClr val="BDC9B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0200" b="0">
                <a:solidFill>
                  <a:srgbClr val="BDC9B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0200" b="0">
                <a:solidFill>
                  <a:srgbClr val="BDC9B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0200" b="0">
                <a:solidFill>
                  <a:srgbClr val="BDC9B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0200" b="0">
                <a:solidFill>
                  <a:srgbClr val="BDC9B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0200" b="0">
                <a:solidFill>
                  <a:srgbClr val="BDC9B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0200" b="0">
                <a:solidFill>
                  <a:srgbClr val="BDC9B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rPr>
              <a:t>第一部分</a:t>
            </a:r>
          </a:p>
        </p:txBody>
      </p:sp>
      <p:sp>
        <p:nvSpPr>
          <p:cNvPr id="4" name="chapter-title-9">
            <a:extLst xmlns:a="http://schemas.openxmlformats.org/drawingml/2006/main">
              <a:ext uri="{FF2B5EF4-FFF2-40B4-BE49-F238E27FC236}">
                <a16:creationId xmlns:a16="http://schemas.microsoft.com/office/drawing/2014/main" id="{EC620EE0-48D6-455D-80FF-8925690AE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24150"/>
            <a:ext cx="1085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5100" b="1">
                <a:solidFill>
                  <a:srgbClr val="FAFAF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5100" b="1">
                <a:solidFill>
                  <a:srgbClr val="FAFAF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5100" b="1">
                <a:solidFill>
                  <a:srgbClr val="FAFAF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5100" b="1">
                <a:solidFill>
                  <a:srgbClr val="FAFAF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5100" b="1">
                <a:solidFill>
                  <a:srgbClr val="FAFAF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5100" b="1">
                <a:solidFill>
                  <a:srgbClr val="FAFAF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5100" b="1">
                <a:solidFill>
                  <a:srgbClr val="FAFAF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5100" b="1">
                <a:solidFill>
                  <a:srgbClr val="FAFAF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5100" b="1">
                <a:solidFill>
                  <a:srgbClr val="FAFAF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480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rPr>
              <a:t>[章节标题]</a:t>
            </a:r>
          </a:p>
        </p:txBody>
      </p:sp>
      <p:sp>
        <p:nvSpPr>
          <p:cNvPr id="5" name="text-10">
            <a:extLst xmlns:a="http://schemas.openxmlformats.org/drawingml/2006/main">
              <a:ext uri="{FF2B5EF4-FFF2-40B4-BE49-F238E27FC236}">
                <a16:creationId xmlns:a16="http://schemas.microsoft.com/office/drawing/2014/main" id="{176178B8-E05A-4C3C-BA50-3607EF0D1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5762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00" b="0">
                <a:solidFill>
                  <a:srgbClr val="BDC9B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00" b="0">
                <a:solidFill>
                  <a:srgbClr val="BDC9B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00" b="0">
                <a:solidFill>
                  <a:srgbClr val="BDC9B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00" b="0">
                <a:solidFill>
                  <a:srgbClr val="BDC9B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00" b="0">
                <a:solidFill>
                  <a:srgbClr val="BDC9B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00" b="0">
                <a:solidFill>
                  <a:srgbClr val="BDC9B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00" b="0">
                <a:solidFill>
                  <a:srgbClr val="BDC9B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00" b="0">
                <a:solidFill>
                  <a:srgbClr val="BDC9B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00" b="0">
                <a:solidFill>
                  <a:srgbClr val="BDC9B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55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rPr>
              <a:t>[这一部分要回答的核心问题]</a:t>
            </a:r>
          </a:p>
        </p:txBody>
      </p:sp>
      <p:sp>
        <p:nvSpPr>
          <p:cNvPr id="7" name="refined-3">
            <a:extLst xmlns:a="http://schemas.openxmlformats.org/drawingml/2006/main">
              <a:ext uri="{FF2B5EF4-FFF2-40B4-BE49-F238E27FC236}">
                <a16:creationId xmlns:a16="http://schemas.microsoft.com/office/drawing/2014/main" id="{1CD346FD-10EB-4282-9103-750B19722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rPr>
              <a:t>章节过渡</a:t>
            </a:r>
          </a:p>
        </p:txBody>
      </p:sp>
      <p:sp>
        <p:nvSpPr>
          <p:cNvPr id="8" name="refined-4">
            <a:extLst xmlns:a="http://schemas.openxmlformats.org/drawingml/2006/main">
              <a:ext uri="{FF2B5EF4-FFF2-40B4-BE49-F238E27FC236}">
                <a16:creationId xmlns:a16="http://schemas.microsoft.com/office/drawing/2014/main" id="{FDAEC27E-78BA-47E3-8EE6-BB630D049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14950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rPr>
              <a:t>[背景与问题]     /     [内容与证据]     /     [解释与启发]</a:t>
            </a:r>
          </a:p>
        </p:txBody>
      </p:sp>
    </p:spTree>
    <p:extLst>
      <p:ext uri="{BB962C8B-B14F-4D97-AF65-F5344CB8AC3E}">
        <p14:creationId xmlns:p14="http://schemas.microsoft.com/office/powerpoint/2010/main" val="4731790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-11">
            <a:extLst xmlns:a="http://schemas.openxmlformats.org/drawingml/2006/main">
              <a:ext uri="{FF2B5EF4-FFF2-40B4-BE49-F238E27FC236}">
                <a16:creationId xmlns:a16="http://schemas.microsoft.com/office/drawing/2014/main" id="{2CDE7CDB-3CE4-4C0A-96DD-D0D7C26E2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33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33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33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33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33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33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33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33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33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rPr>
              <a:t>内容概览</a:t>
            </a:r>
          </a:p>
        </p:txBody>
      </p:sp>
      <p:sp>
        <p:nvSpPr>
          <p:cNvPr id="2" name="page-label-12">
            <a:extLst xmlns:a="http://schemas.openxmlformats.org/drawingml/2006/main">
              <a:ext uri="{FF2B5EF4-FFF2-40B4-BE49-F238E27FC236}">
                <a16:creationId xmlns:a16="http://schemas.microsoft.com/office/drawing/2014/main" id="{EC04A48D-CF10-4875-8BEB-A80374159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rPr>
              <a:t>[项目或来源 · 按需填写]</a:t>
            </a:r>
          </a:p>
        </p:txBody>
      </p:sp>
      <p:sp>
        <p:nvSpPr>
          <p:cNvPr id="3" name="page-number-13">
            <a:extLst xmlns:a="http://schemas.openxmlformats.org/drawingml/2006/main">
              <a:ext uri="{FF2B5EF4-FFF2-40B4-BE49-F238E27FC236}">
                <a16:creationId xmlns:a16="http://schemas.microsoft.com/office/drawing/2014/main" id="{241F3B58-98F0-44EF-9B13-97F012EFD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" name="text-14">
            <a:extLst xmlns:a="http://schemas.openxmlformats.org/drawingml/2006/main">
              <a:ext uri="{FF2B5EF4-FFF2-40B4-BE49-F238E27FC236}">
                <a16:creationId xmlns:a16="http://schemas.microsoft.com/office/drawing/2014/main" id="{2991407A-F540-4923-BED0-4A010A00E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62150"/>
            <a:ext cx="781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850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850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850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850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850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850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850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850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850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92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text-15">
            <a:extLst xmlns:a="http://schemas.openxmlformats.org/drawingml/2006/main">
              <a:ext uri="{FF2B5EF4-FFF2-40B4-BE49-F238E27FC236}">
                <a16:creationId xmlns:a16="http://schemas.microsoft.com/office/drawing/2014/main" id="{F5E21D4E-E199-4A03-88E3-304D5D590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981200"/>
            <a:ext cx="3714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7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7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7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7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7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7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7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7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7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rPr>
              <a:t>问题与背景</a:t>
            </a:r>
          </a:p>
        </p:txBody>
      </p:sp>
      <p:sp>
        <p:nvSpPr>
          <p:cNvPr id="6" name="text-16">
            <a:extLst xmlns:a="http://schemas.openxmlformats.org/drawingml/2006/main">
              <a:ext uri="{FF2B5EF4-FFF2-40B4-BE49-F238E27FC236}">
                <a16:creationId xmlns:a16="http://schemas.microsoft.com/office/drawing/2014/main" id="{37F679E6-99C4-49A5-8C55-7CAA71363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028825"/>
            <a:ext cx="581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7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7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7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7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7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7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7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7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7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rPr>
              <a:t>明确讨论对象、背景与需要回答的问题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76056B-1BA1-4905-B229-4D6B2B691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80035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FD9"/>
            </a:solidFill>
          </a:ln>
        </p:spPr>
      </p:sp>
      <p:sp>
        <p:nvSpPr>
          <p:cNvPr id="8" name="text-17">
            <a:extLst xmlns:a="http://schemas.openxmlformats.org/drawingml/2006/main">
              <a:ext uri="{FF2B5EF4-FFF2-40B4-BE49-F238E27FC236}">
                <a16:creationId xmlns:a16="http://schemas.microsoft.com/office/drawing/2014/main" id="{0CA0997A-87A0-4A0F-BDBF-18DD4EB1E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43250"/>
            <a:ext cx="781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850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850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850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850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850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850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850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850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850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92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text-18">
            <a:extLst xmlns:a="http://schemas.openxmlformats.org/drawingml/2006/main">
              <a:ext uri="{FF2B5EF4-FFF2-40B4-BE49-F238E27FC236}">
                <a16:creationId xmlns:a16="http://schemas.microsoft.com/office/drawing/2014/main" id="{69844CEE-D51E-4BE7-9B55-A0AA9B488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162300"/>
            <a:ext cx="3714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7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7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7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7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7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7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7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7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7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rPr>
              <a:t>内容与证据</a:t>
            </a:r>
          </a:p>
        </p:txBody>
      </p:sp>
      <p:sp>
        <p:nvSpPr>
          <p:cNvPr id="10" name="text-19">
            <a:extLst xmlns:a="http://schemas.openxmlformats.org/drawingml/2006/main">
              <a:ext uri="{FF2B5EF4-FFF2-40B4-BE49-F238E27FC236}">
                <a16:creationId xmlns:a16="http://schemas.microsoft.com/office/drawing/2014/main" id="{F772C40F-0D7B-4DB6-9404-616F5F233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209925"/>
            <a:ext cx="581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7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7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7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7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7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7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7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7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7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rPr>
              <a:t>展示主要材料、关键过程与核心发现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E06F25-B984-4E33-B3A0-8949EF90D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8145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FD9"/>
            </a:solidFill>
          </a:ln>
        </p:spPr>
      </p:sp>
      <p:sp>
        <p:nvSpPr>
          <p:cNvPr id="12" name="text-20">
            <a:extLst xmlns:a="http://schemas.openxmlformats.org/drawingml/2006/main">
              <a:ext uri="{FF2B5EF4-FFF2-40B4-BE49-F238E27FC236}">
                <a16:creationId xmlns:a16="http://schemas.microsoft.com/office/drawing/2014/main" id="{40511810-9E9A-4A38-B49E-BD9C4F64A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24350"/>
            <a:ext cx="781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850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850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850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850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850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850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850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850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850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92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text-21">
            <a:extLst xmlns:a="http://schemas.openxmlformats.org/drawingml/2006/main">
              <a:ext uri="{FF2B5EF4-FFF2-40B4-BE49-F238E27FC236}">
                <a16:creationId xmlns:a16="http://schemas.microsoft.com/office/drawing/2014/main" id="{258F78DD-B918-44AA-AFA8-A7615D9AC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343400"/>
            <a:ext cx="3714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7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7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7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7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7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7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7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7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7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rPr>
              <a:t>判断与下一步</a:t>
            </a:r>
          </a:p>
        </p:txBody>
      </p:sp>
      <p:sp>
        <p:nvSpPr>
          <p:cNvPr id="14" name="text-22">
            <a:extLst xmlns:a="http://schemas.openxmlformats.org/drawingml/2006/main">
              <a:ext uri="{FF2B5EF4-FFF2-40B4-BE49-F238E27FC236}">
                <a16:creationId xmlns:a16="http://schemas.microsoft.com/office/drawing/2014/main" id="{31870C49-F1E3-4A0E-BC67-ADB94A173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391025"/>
            <a:ext cx="581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7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7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7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7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7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7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7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7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7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rPr>
              <a:t>归纳主要认识，提出需要讨论或推进的事项</a:t>
            </a:r>
          </a:p>
        </p:txBody>
      </p:sp>
      <p:sp>
        <p:nvSpPr>
          <p:cNvPr id="16" name="refined-5">
            <a:extLst xmlns:a="http://schemas.openxmlformats.org/drawingml/2006/main">
              <a:ext uri="{FF2B5EF4-FFF2-40B4-BE49-F238E27FC236}">
                <a16:creationId xmlns:a16="http://schemas.microsoft.com/office/drawing/2014/main" id="{BC16D534-CAA0-4661-A722-696696EB4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rPr>
              <a:t>先交代问题，再呈现内容，最后回到判断</a:t>
            </a:r>
          </a:p>
        </p:txBody>
      </p:sp>
      <p:sp>
        <p:nvSpPr>
          <p:cNvPr id="17" name="refined-6">
            <a:extLst xmlns:a="http://schemas.openxmlformats.org/drawingml/2006/main">
              <a:ext uri="{FF2B5EF4-FFF2-40B4-BE49-F238E27FC236}">
                <a16:creationId xmlns:a16="http://schemas.microsoft.com/office/drawing/2014/main" id="{9EA20D4D-5951-427B-96F9-FED1AF8CB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2930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rPr>
              <a:t>围绕一个主问题，让每一部分都有明确作用</a:t>
            </a:r>
          </a:p>
        </p:txBody>
      </p:sp>
    </p:spTree>
    <p:extLst>
      <p:ext uri="{BB962C8B-B14F-4D97-AF65-F5344CB8AC3E}">
        <p14:creationId xmlns:p14="http://schemas.microsoft.com/office/powerpoint/2010/main" val="20779937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-23">
            <a:extLst xmlns:a="http://schemas.openxmlformats.org/drawingml/2006/main">
              <a:ext uri="{FF2B5EF4-FFF2-40B4-BE49-F238E27FC236}">
                <a16:creationId xmlns:a16="http://schemas.microsoft.com/office/drawing/2014/main" id="{D2F11783-3E20-40D6-A374-D5FA60CC3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33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33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33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33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33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33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33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33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33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rPr>
              <a:t>核心观点</a:t>
            </a:r>
          </a:p>
        </p:txBody>
      </p:sp>
      <p:sp>
        <p:nvSpPr>
          <p:cNvPr id="2" name="page-label-24">
            <a:extLst xmlns:a="http://schemas.openxmlformats.org/drawingml/2006/main">
              <a:ext uri="{FF2B5EF4-FFF2-40B4-BE49-F238E27FC236}">
                <a16:creationId xmlns:a16="http://schemas.microsoft.com/office/drawing/2014/main" id="{B86DC7FD-13F5-4C2D-B486-9E593C696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rPr>
              <a:t>[项目或来源 · 按需填写]</a:t>
            </a:r>
          </a:p>
        </p:txBody>
      </p:sp>
      <p:sp>
        <p:nvSpPr>
          <p:cNvPr id="3" name="page-number-25">
            <a:extLst xmlns:a="http://schemas.openxmlformats.org/drawingml/2006/main">
              <a:ext uri="{FF2B5EF4-FFF2-40B4-BE49-F238E27FC236}">
                <a16:creationId xmlns:a16="http://schemas.microsoft.com/office/drawing/2014/main" id="{B558F82D-7320-4EEA-9EED-B0B092EFC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" name="text-26">
            <a:extLst xmlns:a="http://schemas.openxmlformats.org/drawingml/2006/main">
              <a:ext uri="{FF2B5EF4-FFF2-40B4-BE49-F238E27FC236}">
                <a16:creationId xmlns:a16="http://schemas.microsoft.com/office/drawing/2014/main" id="{28AC7293-1A64-495A-BA98-F5F931F6A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3357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405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405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405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405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405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405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405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405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405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360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rPr>
              <a:t>[用一句话表达最重要的判断]</a:t>
            </a:r>
          </a:p>
        </p:txBody>
      </p:sp>
      <p:sp>
        <p:nvSpPr>
          <p:cNvPr id="5" name="text-27">
            <a:extLst xmlns:a="http://schemas.openxmlformats.org/drawingml/2006/main">
              <a:ext uri="{FF2B5EF4-FFF2-40B4-BE49-F238E27FC236}">
                <a16:creationId xmlns:a16="http://schemas.microsoft.com/office/drawing/2014/main" id="{F66FAA3D-1C15-469C-8928-19E4A4A8D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09950"/>
            <a:ext cx="5000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95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95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95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95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95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95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95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95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95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rPr>
              <a:t>依据一 · 事实或材料</a:t>
            </a:r>
          </a:p>
        </p:txBody>
      </p:sp>
      <p:sp>
        <p:nvSpPr>
          <p:cNvPr id="6" name="text-28">
            <a:extLst xmlns:a="http://schemas.openxmlformats.org/drawingml/2006/main">
              <a:ext uri="{FF2B5EF4-FFF2-40B4-BE49-F238E27FC236}">
                <a16:creationId xmlns:a16="http://schemas.microsoft.com/office/drawing/2014/main" id="{F640269B-0B39-420A-8A2F-1B9F59FF4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67175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7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7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7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7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7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7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7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7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7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100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rPr>
              <a:t>[呈现一项关键事实]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rPr>
              <a:t>[说明它如何支持主要判断]</a:t>
            </a:r>
          </a:p>
        </p:txBody>
      </p:sp>
      <p:sp>
        <p:nvSpPr>
          <p:cNvPr id="7" name="text-29">
            <a:extLst xmlns:a="http://schemas.openxmlformats.org/drawingml/2006/main">
              <a:ext uri="{FF2B5EF4-FFF2-40B4-BE49-F238E27FC236}">
                <a16:creationId xmlns:a16="http://schemas.microsoft.com/office/drawing/2014/main" id="{8729EE4B-6392-4898-B033-7490EBBBE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409950"/>
            <a:ext cx="5000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95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95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95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95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95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95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95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95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95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rPr>
              <a:t>依据二 · 补充与解释</a:t>
            </a:r>
          </a:p>
        </p:txBody>
      </p:sp>
      <p:sp>
        <p:nvSpPr>
          <p:cNvPr id="8" name="text-30">
            <a:extLst xmlns:a="http://schemas.openxmlformats.org/drawingml/2006/main">
              <a:ext uri="{FF2B5EF4-FFF2-40B4-BE49-F238E27FC236}">
                <a16:creationId xmlns:a16="http://schemas.microsoft.com/office/drawing/2014/main" id="{CC16E68D-EC52-495C-8D6B-1960C28F2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067175"/>
            <a:ext cx="50006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7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7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7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7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7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7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7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7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7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100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rPr>
              <a:t>[补充另一个相关依据]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rPr>
              <a:t>[交代判断成立的条件]</a:t>
            </a:r>
          </a:p>
        </p:txBody>
      </p:sp>
      <p:sp>
        <p:nvSpPr>
          <p:cNvPr id="10" name="refined-7">
            <a:extLst xmlns:a="http://schemas.openxmlformats.org/drawingml/2006/main">
              <a:ext uri="{FF2B5EF4-FFF2-40B4-BE49-F238E27FC236}">
                <a16:creationId xmlns:a16="http://schemas.microsoft.com/office/drawing/2014/main" id="{72BC8358-B273-4C65-9B40-B31B6CA42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rPr>
              <a:t>一个主要判断，配合直接相关的依据</a:t>
            </a:r>
          </a:p>
        </p:txBody>
      </p:sp>
      <p:sp>
        <p:nvSpPr>
          <p:cNvPr id="11" name="refined-8">
            <a:extLst xmlns:a="http://schemas.openxmlformats.org/drawingml/2006/main">
              <a:ext uri="{FF2B5EF4-FFF2-40B4-BE49-F238E27FC236}">
                <a16:creationId xmlns:a16="http://schemas.microsoft.com/office/drawing/2014/main" id="{92A4C91C-E506-4144-8C7B-FD6E48000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2930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rPr>
              <a:t>[这一判断为什么重要，或对后续意味着什么]</a:t>
            </a:r>
          </a:p>
        </p:txBody>
      </p:sp>
    </p:spTree>
    <p:extLst>
      <p:ext uri="{BB962C8B-B14F-4D97-AF65-F5344CB8AC3E}">
        <p14:creationId xmlns:p14="http://schemas.microsoft.com/office/powerpoint/2010/main" val="153542284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-31">
            <a:extLst xmlns:a="http://schemas.openxmlformats.org/drawingml/2006/main">
              <a:ext uri="{FF2B5EF4-FFF2-40B4-BE49-F238E27FC236}">
                <a16:creationId xmlns:a16="http://schemas.microsoft.com/office/drawing/2014/main" id="{BDA62BE1-E4C1-4FEB-96BB-220DF727F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33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33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33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33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33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33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33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33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33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rPr>
              <a:t>图文说明</a:t>
            </a:r>
          </a:p>
        </p:txBody>
      </p:sp>
      <p:sp>
        <p:nvSpPr>
          <p:cNvPr id="2" name="page-label-32">
            <a:extLst xmlns:a="http://schemas.openxmlformats.org/drawingml/2006/main">
              <a:ext uri="{FF2B5EF4-FFF2-40B4-BE49-F238E27FC236}">
                <a16:creationId xmlns:a16="http://schemas.microsoft.com/office/drawing/2014/main" id="{8731DAE1-422A-4EA1-9F99-38EA1323F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rPr>
              <a:t>[项目或来源 · 按需填写]</a:t>
            </a:r>
          </a:p>
        </p:txBody>
      </p:sp>
      <p:sp>
        <p:nvSpPr>
          <p:cNvPr id="3" name="page-number-33">
            <a:extLst xmlns:a="http://schemas.openxmlformats.org/drawingml/2006/main">
              <a:ext uri="{FF2B5EF4-FFF2-40B4-BE49-F238E27FC236}">
                <a16:creationId xmlns:a16="http://schemas.microsoft.com/office/drawing/2014/main" id="{D7C1AC76-EB13-4478-B74B-1B81C1AE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" name="media-placeholder-5-1">
            <a:extLst xmlns:a="http://schemas.openxmlformats.org/drawingml/2006/main">
              <a:ext uri="{FF2B5EF4-FFF2-40B4-BE49-F238E27FC236}">
                <a16:creationId xmlns:a16="http://schemas.microsoft.com/office/drawing/2014/main" id="{87E427B4-377A-40ED-8CA9-0786FBC2D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81175"/>
            <a:ext cx="7258050" cy="3743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7"/>
          </a:solidFill>
          <a:ln xmlns:a="http://schemas.openxmlformats.org/drawingml/2006/main" w="9525">
            <a:solidFill>
              <a:srgbClr val="D6DFD9"/>
            </a:solidFill>
          </a:ln>
        </p:spPr>
        <p:txBody>
          <a:bodyPr xmlns:a="http://schemas.openxmlformats.org/drawingml/2006/main" wrap="square" lIns="190500" tIns="190500" rIns="190500" bIns="190500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650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650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650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650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650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650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650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650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650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95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rPr>
              <a:t>[图片 / 截图 / 作品]</a:t>
            </a:r>
          </a:p>
          <a:p xmlns:a="http://schemas.openxmlformats.org/drawingml/2006/main">
            <a:pPr algn="ctr">
              <a:buNone/>
              <a:defRPr sz="165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 xmlns:a="http://schemas.openxmlformats.org/drawingml/2006/main">
            <a:pPr algn="ctr">
              <a:buNone/>
              <a:defRPr sz="195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rPr>
              <a:t>保持比例，放大关键信息</a:t>
            </a:r>
          </a:p>
        </p:txBody>
      </p:sp>
      <p:sp>
        <p:nvSpPr>
          <p:cNvPr id="5" name="text-34">
            <a:extLst xmlns:a="http://schemas.openxmlformats.org/drawingml/2006/main">
              <a:ext uri="{FF2B5EF4-FFF2-40B4-BE49-F238E27FC236}">
                <a16:creationId xmlns:a16="http://schemas.microsoft.com/office/drawing/2014/main" id="{E09598F3-BA8E-424C-BA7F-90656D110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1838325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7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7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7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7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7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7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7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7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7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rPr>
              <a:t>看什么</a:t>
            </a:r>
          </a:p>
        </p:txBody>
      </p:sp>
      <p:sp>
        <p:nvSpPr>
          <p:cNvPr id="6" name="text-35">
            <a:extLst xmlns:a="http://schemas.openxmlformats.org/drawingml/2006/main">
              <a:ext uri="{FF2B5EF4-FFF2-40B4-BE49-F238E27FC236}">
                <a16:creationId xmlns:a16="http://schemas.microsoft.com/office/drawing/2014/main" id="{C0B22DBE-7E07-485F-9D64-2A7D958D1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400300"/>
            <a:ext cx="32861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950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950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950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950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950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950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950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950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950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rPr>
              <a:t>[指出最值得关注的细节]</a:t>
            </a:r>
          </a:p>
        </p:txBody>
      </p:sp>
      <p:sp>
        <p:nvSpPr>
          <p:cNvPr id="8" name="refined-9">
            <a:extLst xmlns:a="http://schemas.openxmlformats.org/drawingml/2006/main">
              <a:ext uri="{FF2B5EF4-FFF2-40B4-BE49-F238E27FC236}">
                <a16:creationId xmlns:a16="http://schemas.microsoft.com/office/drawing/2014/main" id="{5E27173E-586B-4168-81B9-D51FF6AFD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rPr>
              <a:t>图像占据主体，说明紧贴需要观察的位置</a:t>
            </a:r>
          </a:p>
        </p:txBody>
      </p:sp>
      <p:sp>
        <p:nvSpPr>
          <p:cNvPr id="9" name="refined-10">
            <a:extLst xmlns:a="http://schemas.openxmlformats.org/drawingml/2006/main">
              <a:ext uri="{FF2B5EF4-FFF2-40B4-BE49-F238E27FC236}">
                <a16:creationId xmlns:a16="http://schemas.microsoft.com/office/drawing/2014/main" id="{BD55E8C2-6F00-4B03-AC18-6E3236263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400425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rPr>
              <a:t>说明什么</a:t>
            </a:r>
          </a:p>
        </p:txBody>
      </p:sp>
      <p:sp>
        <p:nvSpPr>
          <p:cNvPr id="10" name="refined-11">
            <a:extLst xmlns:a="http://schemas.openxmlformats.org/drawingml/2006/main">
              <a:ext uri="{FF2B5EF4-FFF2-40B4-BE49-F238E27FC236}">
                <a16:creationId xmlns:a16="http://schemas.microsoft.com/office/drawing/2014/main" id="{F7C6EE0A-B1B9-40DF-A144-20312C15B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962400"/>
            <a:ext cx="3286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rPr>
              <a:t>[解释画面与主题的关系]</a:t>
            </a:r>
          </a:p>
        </p:txBody>
      </p:sp>
      <p:sp>
        <p:nvSpPr>
          <p:cNvPr id="11" name="refined-12">
            <a:extLst xmlns:a="http://schemas.openxmlformats.org/drawingml/2006/main">
              <a:ext uri="{FF2B5EF4-FFF2-40B4-BE49-F238E27FC236}">
                <a16:creationId xmlns:a16="http://schemas.microsoft.com/office/drawing/2014/main" id="{CD0F490C-2DC8-4A50-A55A-ADB17CC53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2930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rPr>
              <a:t>[一句话归纳图像支持的主要信息]</a:t>
            </a:r>
          </a:p>
        </p:txBody>
      </p:sp>
    </p:spTree>
    <p:extLst>
      <p:ext uri="{BB962C8B-B14F-4D97-AF65-F5344CB8AC3E}">
        <p14:creationId xmlns:p14="http://schemas.microsoft.com/office/powerpoint/2010/main" val="88489348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-36">
            <a:extLst xmlns:a="http://schemas.openxmlformats.org/drawingml/2006/main">
              <a:ext uri="{FF2B5EF4-FFF2-40B4-BE49-F238E27FC236}">
                <a16:creationId xmlns:a16="http://schemas.microsoft.com/office/drawing/2014/main" id="{E9D3C6CC-143D-481B-8955-E0DF2E879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33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33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33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33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33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33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33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33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33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rPr>
              <a:t>双图对照</a:t>
            </a:r>
          </a:p>
        </p:txBody>
      </p:sp>
      <p:sp>
        <p:nvSpPr>
          <p:cNvPr id="2" name="page-label-37">
            <a:extLst xmlns:a="http://schemas.openxmlformats.org/drawingml/2006/main">
              <a:ext uri="{FF2B5EF4-FFF2-40B4-BE49-F238E27FC236}">
                <a16:creationId xmlns:a16="http://schemas.microsoft.com/office/drawing/2014/main" id="{34BC5183-33D4-4415-AE80-09747CACB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rPr>
              <a:t>[项目或来源 · 按需填写]</a:t>
            </a:r>
          </a:p>
        </p:txBody>
      </p:sp>
      <p:sp>
        <p:nvSpPr>
          <p:cNvPr id="3" name="page-number-38">
            <a:extLst xmlns:a="http://schemas.openxmlformats.org/drawingml/2006/main">
              <a:ext uri="{FF2B5EF4-FFF2-40B4-BE49-F238E27FC236}">
                <a16:creationId xmlns:a16="http://schemas.microsoft.com/office/drawing/2014/main" id="{6193710D-AD9D-4557-AF60-7BBCBC145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" name="media-placeholder-6-1">
            <a:extLst xmlns:a="http://schemas.openxmlformats.org/drawingml/2006/main">
              <a:ext uri="{FF2B5EF4-FFF2-40B4-BE49-F238E27FC236}">
                <a16:creationId xmlns:a16="http://schemas.microsoft.com/office/drawing/2014/main" id="{073C63BC-1A20-4369-BC41-F38DC9DE1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19325"/>
            <a:ext cx="52863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7"/>
          </a:solidFill>
          <a:ln xmlns:a="http://schemas.openxmlformats.org/drawingml/2006/main" w="9525">
            <a:solidFill>
              <a:srgbClr val="D6DFD9"/>
            </a:solidFill>
          </a:ln>
        </p:spPr>
        <p:txBody>
          <a:bodyPr xmlns:a="http://schemas.openxmlformats.org/drawingml/2006/main" wrap="square" lIns="190500" tIns="190500" rIns="190500" bIns="190500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650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650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650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650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650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650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650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650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650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95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rPr>
              <a:t>[图片或图表 A]</a:t>
            </a:r>
          </a:p>
        </p:txBody>
      </p:sp>
      <p:sp>
        <p:nvSpPr>
          <p:cNvPr id="5" name="media-placeholder-6-2">
            <a:extLst xmlns:a="http://schemas.openxmlformats.org/drawingml/2006/main">
              <a:ext uri="{FF2B5EF4-FFF2-40B4-BE49-F238E27FC236}">
                <a16:creationId xmlns:a16="http://schemas.microsoft.com/office/drawing/2014/main" id="{D6CB5071-F363-4D18-89D1-A522B9D10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19325"/>
            <a:ext cx="52863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7"/>
          </a:solidFill>
          <a:ln xmlns:a="http://schemas.openxmlformats.org/drawingml/2006/main" w="9525">
            <a:solidFill>
              <a:srgbClr val="D6DFD9"/>
            </a:solidFill>
          </a:ln>
        </p:spPr>
        <p:txBody>
          <a:bodyPr xmlns:a="http://schemas.openxmlformats.org/drawingml/2006/main" wrap="square" lIns="190500" tIns="190500" rIns="190500" bIns="190500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650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650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650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650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650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650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650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650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650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95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rPr>
              <a:t>[图片或图表 B]</a:t>
            </a:r>
          </a:p>
        </p:txBody>
      </p:sp>
      <p:sp>
        <p:nvSpPr>
          <p:cNvPr id="6" name="text-39">
            <a:extLst xmlns:a="http://schemas.openxmlformats.org/drawingml/2006/main">
              <a:ext uri="{FF2B5EF4-FFF2-40B4-BE49-F238E27FC236}">
                <a16:creationId xmlns:a16="http://schemas.microsoft.com/office/drawing/2014/main" id="{1A03289E-29FC-4826-AEB0-A8C913EA2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5286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25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25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25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25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25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25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25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25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25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rPr>
              <a:t>A  [对象或条件一]</a:t>
            </a:r>
          </a:p>
        </p:txBody>
      </p:sp>
      <p:sp>
        <p:nvSpPr>
          <p:cNvPr id="7" name="text-40">
            <a:extLst xmlns:a="http://schemas.openxmlformats.org/drawingml/2006/main">
              <a:ext uri="{FF2B5EF4-FFF2-40B4-BE49-F238E27FC236}">
                <a16:creationId xmlns:a16="http://schemas.microsoft.com/office/drawing/2014/main" id="{D14B8542-CC3D-4694-A20E-5AA17CEF7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676400"/>
            <a:ext cx="5286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25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25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25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25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25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25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25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25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25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rPr>
              <a:t>B  [对象或条件二]</a:t>
            </a:r>
          </a:p>
        </p:txBody>
      </p:sp>
      <p:sp>
        <p:nvSpPr>
          <p:cNvPr id="8" name="text-41">
            <a:extLst xmlns:a="http://schemas.openxmlformats.org/drawingml/2006/main">
              <a:ext uri="{FF2B5EF4-FFF2-40B4-BE49-F238E27FC236}">
                <a16:creationId xmlns:a16="http://schemas.microsoft.com/office/drawing/2014/main" id="{F42216E0-47B6-48E2-A7A9-0111DB810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48275"/>
            <a:ext cx="5286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650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650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650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650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650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650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650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650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650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rPr>
              <a:t>[这一侧的关键特征]</a:t>
            </a:r>
          </a:p>
        </p:txBody>
      </p:sp>
      <p:sp>
        <p:nvSpPr>
          <p:cNvPr id="9" name="text-42">
            <a:extLst xmlns:a="http://schemas.openxmlformats.org/drawingml/2006/main">
              <a:ext uri="{FF2B5EF4-FFF2-40B4-BE49-F238E27FC236}">
                <a16:creationId xmlns:a16="http://schemas.microsoft.com/office/drawing/2014/main" id="{F429BFEC-797C-4639-9CC1-6E2194B7A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248275"/>
            <a:ext cx="5286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650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650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650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650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650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650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650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650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650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rPr>
              <a:t>[另一侧的关键特征]</a:t>
            </a:r>
          </a:p>
        </p:txBody>
      </p:sp>
      <p:sp>
        <p:nvSpPr>
          <p:cNvPr id="11" name="refined-13">
            <a:extLst xmlns:a="http://schemas.openxmlformats.org/drawingml/2006/main">
              <a:ext uri="{FF2B5EF4-FFF2-40B4-BE49-F238E27FC236}">
                <a16:creationId xmlns:a16="http://schemas.microsoft.com/office/drawing/2014/main" id="{749BE978-19FF-4547-90A0-7B1EE85D2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rPr>
              <a:t>采用一致的比较条件，直接呈现差别</a:t>
            </a:r>
          </a:p>
        </p:txBody>
      </p:sp>
      <p:sp>
        <p:nvSpPr>
          <p:cNvPr id="12" name="refined-14">
            <a:extLst xmlns:a="http://schemas.openxmlformats.org/drawingml/2006/main">
              <a:ext uri="{FF2B5EF4-FFF2-40B4-BE49-F238E27FC236}">
                <a16:creationId xmlns:a16="http://schemas.microsoft.com/office/drawing/2014/main" id="{F7529746-386B-4320-9A85-89EA48B04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2930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rPr>
              <a:t>[共同点与主要差别，以及比较得到的认识]</a:t>
            </a:r>
          </a:p>
        </p:txBody>
      </p:sp>
    </p:spTree>
    <p:extLst>
      <p:ext uri="{BB962C8B-B14F-4D97-AF65-F5344CB8AC3E}">
        <p14:creationId xmlns:p14="http://schemas.microsoft.com/office/powerpoint/2010/main" val="173988097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-43">
            <a:extLst xmlns:a="http://schemas.openxmlformats.org/drawingml/2006/main">
              <a:ext uri="{FF2B5EF4-FFF2-40B4-BE49-F238E27FC236}">
                <a16:creationId xmlns:a16="http://schemas.microsoft.com/office/drawing/2014/main" id="{5A8764EF-3854-405D-B081-1ABF53889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33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33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33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33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33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33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33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33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33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rPr>
              <a:t>数据解读</a:t>
            </a:r>
          </a:p>
        </p:txBody>
      </p:sp>
      <p:sp>
        <p:nvSpPr>
          <p:cNvPr id="2" name="page-label-44">
            <a:extLst xmlns:a="http://schemas.openxmlformats.org/drawingml/2006/main">
              <a:ext uri="{FF2B5EF4-FFF2-40B4-BE49-F238E27FC236}">
                <a16:creationId xmlns:a16="http://schemas.microsoft.com/office/drawing/2014/main" id="{2DDC5E27-B12F-4687-AFB4-CE8AC177D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rPr>
              <a:t>[项目或来源 · 按需填写]</a:t>
            </a:r>
          </a:p>
        </p:txBody>
      </p:sp>
      <p:sp>
        <p:nvSpPr>
          <p:cNvPr id="3" name="page-number-45">
            <a:extLst xmlns:a="http://schemas.openxmlformats.org/drawingml/2006/main">
              <a:ext uri="{FF2B5EF4-FFF2-40B4-BE49-F238E27FC236}">
                <a16:creationId xmlns:a16="http://schemas.microsoft.com/office/drawing/2014/main" id="{7BFC4EFE-9C7E-4BA3-9E44-A19C18770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4" name="chart-placeholder-7-1">
            <a:extLst xmlns:a="http://schemas.openxmlformats.org/drawingml/2006/main">
              <a:ext uri="{FF2B5EF4-FFF2-40B4-BE49-F238E27FC236}">
                <a16:creationId xmlns:a16="http://schemas.microsoft.com/office/drawing/2014/main" id="{CDB52DD6-67AE-4A04-87B3-3F3C882C6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19275"/>
            <a:ext cx="7258050" cy="3800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7"/>
          </a:solidFill>
          <a:ln xmlns:a="http://schemas.openxmlformats.org/drawingml/2006/main" w="9525">
            <a:solidFill>
              <a:srgbClr val="D6DFD9"/>
            </a:solidFill>
          </a:ln>
        </p:spPr>
        <p:txBody>
          <a:bodyPr xmlns:a="http://schemas.openxmlformats.org/drawingml/2006/main" wrap="square" lIns="190500" tIns="190500" rIns="190500" bIns="190500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650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650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650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650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650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650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650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650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650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95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rPr>
              <a:t>[插入真实数据图]</a:t>
            </a:r>
          </a:p>
          <a:p xmlns:a="http://schemas.openxmlformats.org/drawingml/2006/main">
            <a:pPr algn="ctr">
              <a:buNone/>
              <a:defRPr sz="165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 xmlns:a="http://schemas.openxmlformats.org/drawingml/2006/main">
            <a:pPr algn="ctr">
              <a:buNone/>
              <a:defRPr sz="195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rPr>
              <a:t>保留坐标、单位、图例与关键趋势</a:t>
            </a:r>
          </a:p>
        </p:txBody>
      </p:sp>
      <p:sp>
        <p:nvSpPr>
          <p:cNvPr id="5" name="text-46">
            <a:extLst xmlns:a="http://schemas.openxmlformats.org/drawingml/2006/main">
              <a:ext uri="{FF2B5EF4-FFF2-40B4-BE49-F238E27FC236}">
                <a16:creationId xmlns:a16="http://schemas.microsoft.com/office/drawing/2014/main" id="{0D25DC57-BAF6-4278-B8E2-B4E2D020F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981200"/>
            <a:ext cx="33528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33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33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33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33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33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33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33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33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33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62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rPr>
              <a:t>[方向与幅度]</a:t>
            </a:r>
          </a:p>
        </p:txBody>
      </p:sp>
      <p:sp>
        <p:nvSpPr>
          <p:cNvPr id="6" name="text-47">
            <a:extLst xmlns:a="http://schemas.openxmlformats.org/drawingml/2006/main">
              <a:ext uri="{FF2B5EF4-FFF2-40B4-BE49-F238E27FC236}">
                <a16:creationId xmlns:a16="http://schemas.microsoft.com/office/drawing/2014/main" id="{C7AA069E-31DE-4B45-B0E5-9D8BB1938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86050"/>
            <a:ext cx="333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7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7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7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7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7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7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7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7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7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rPr>
              <a:t>[指标、单位与比较基准]</a:t>
            </a:r>
          </a:p>
        </p:txBody>
      </p:sp>
      <p:sp>
        <p:nvSpPr>
          <p:cNvPr id="7" name="text-48">
            <a:extLst xmlns:a="http://schemas.openxmlformats.org/drawingml/2006/main">
              <a:ext uri="{FF2B5EF4-FFF2-40B4-BE49-F238E27FC236}">
                <a16:creationId xmlns:a16="http://schemas.microsoft.com/office/drawing/2014/main" id="{C20E164E-B820-49D9-AECA-3476630B6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705225"/>
            <a:ext cx="333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75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75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75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75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75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75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75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75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75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32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rPr>
              <a:t>[变化的实际含义]</a:t>
            </a:r>
          </a:p>
        </p:txBody>
      </p:sp>
      <p:sp>
        <p:nvSpPr>
          <p:cNvPr id="9" name="refined-15">
            <a:extLst xmlns:a="http://schemas.openxmlformats.org/drawingml/2006/main">
              <a:ext uri="{FF2B5EF4-FFF2-40B4-BE49-F238E27FC236}">
                <a16:creationId xmlns:a16="http://schemas.microsoft.com/office/drawing/2014/main" id="{BC552399-FBA7-4A55-A1DE-F7F04C4F0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rPr>
              <a:t>读图顺序：变化方向 → 实际幅度 → 解释范围</a:t>
            </a:r>
          </a:p>
        </p:txBody>
      </p:sp>
      <p:sp>
        <p:nvSpPr>
          <p:cNvPr id="10" name="refined-16">
            <a:extLst xmlns:a="http://schemas.openxmlformats.org/drawingml/2006/main">
              <a:ext uri="{FF2B5EF4-FFF2-40B4-BE49-F238E27FC236}">
                <a16:creationId xmlns:a16="http://schemas.microsoft.com/office/drawing/2014/main" id="{FD4F3561-E987-42D6-9566-C0F76C982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572000"/>
            <a:ext cx="3333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rPr>
              <a:t>[说明条件、差异或不确定性]</a:t>
            </a:r>
          </a:p>
        </p:txBody>
      </p:sp>
      <p:sp>
        <p:nvSpPr>
          <p:cNvPr id="11" name="refined-17">
            <a:extLst xmlns:a="http://schemas.openxmlformats.org/drawingml/2006/main">
              <a:ext uri="{FF2B5EF4-FFF2-40B4-BE49-F238E27FC236}">
                <a16:creationId xmlns:a16="http://schemas.microsoft.com/office/drawing/2014/main" id="{146552FB-C778-4A0D-AE03-ACD32B4B0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2930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rPr>
              <a:t>[图表最能支持的一条主要发现]</a:t>
            </a:r>
          </a:p>
        </p:txBody>
      </p:sp>
    </p:spTree>
    <p:extLst>
      <p:ext uri="{BB962C8B-B14F-4D97-AF65-F5344CB8AC3E}">
        <p14:creationId xmlns:p14="http://schemas.microsoft.com/office/powerpoint/2010/main" val="209786581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-49">
            <a:extLst xmlns:a="http://schemas.openxmlformats.org/drawingml/2006/main">
              <a:ext uri="{FF2B5EF4-FFF2-40B4-BE49-F238E27FC236}">
                <a16:creationId xmlns:a16="http://schemas.microsoft.com/office/drawing/2014/main" id="{8B0FEEA7-E4FA-46B0-9A89-D46964D2D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33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33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33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33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33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33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33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33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33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rPr>
              <a:t>比较与选择</a:t>
            </a:r>
          </a:p>
        </p:txBody>
      </p:sp>
      <p:sp>
        <p:nvSpPr>
          <p:cNvPr id="2" name="page-label-50">
            <a:extLst xmlns:a="http://schemas.openxmlformats.org/drawingml/2006/main">
              <a:ext uri="{FF2B5EF4-FFF2-40B4-BE49-F238E27FC236}">
                <a16:creationId xmlns:a16="http://schemas.microsoft.com/office/drawing/2014/main" id="{C4BC5F95-AEBC-48DB-AD4D-AC0654F8C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rPr>
              <a:t>[项目或来源 · 按需填写]</a:t>
            </a:r>
          </a:p>
        </p:txBody>
      </p:sp>
      <p:sp>
        <p:nvSpPr>
          <p:cNvPr id="3" name="page-number-51">
            <a:extLst xmlns:a="http://schemas.openxmlformats.org/drawingml/2006/main">
              <a:ext uri="{FF2B5EF4-FFF2-40B4-BE49-F238E27FC236}">
                <a16:creationId xmlns:a16="http://schemas.microsoft.com/office/drawing/2014/main" id="{EE3A2FE8-B708-42FD-B33C-FB2D7AE9B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120AA5-234A-4757-AD28-FEFD5BC65E46}"/>
              </a:ext>
            </a:extLst>
          </p:cNvPr>
          <p:cNvGraphicFramePr/>
          <p:nvPr/>
        </p:nvGraphicFramePr>
        <p:xfrm>
          <a:off xmlns:a="http://schemas.openxmlformats.org/drawingml/2006/main" x="762000" y="2009775"/>
          <a:ext xmlns:a="http://schemas.openxmlformats.org/drawingml/2006/main" cx="1066800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4143375"/>
                <a:gridCol w="4143375"/>
              </a:tblGrid>
              <a:tr h="809625">
                <a:tc>
                  <a:txBody>
                    <a:bodyPr lIns="171450" tIns="171450" rIns="171450" bIns="171450"/>
                    <a:lstStyle/>
                    <a:p>
                      <a:pPr algn="l">
                        <a:buNone/>
                      </a:pPr>
                      <a:r>
                        <a:rPr sz="2175" b="1">
                          <a:solidFill>
                            <a:srgbClr val="2038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比较维度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6DFD9"/>
                      </a:solidFill>
                      <a:prstDash val="solid"/>
                    </a:lnL>
                    <a:lnR w="7620">
                      <a:solidFill>
                        <a:srgbClr val="D6DFD9"/>
                      </a:solidFill>
                      <a:prstDash val="solid"/>
                    </a:lnR>
                    <a:lnT w="7620">
                      <a:solidFill>
                        <a:srgbClr val="D6DFD9"/>
                      </a:solidFill>
                      <a:prstDash val="solid"/>
                    </a:lnT>
                    <a:lnB w="7620">
                      <a:solidFill>
                        <a:srgbClr val="D6DFD9"/>
                      </a:solidFill>
                      <a:prstDash val="soli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 lIns="171450" tIns="171450" rIns="171450" bIns="171450"/>
                    <a:lstStyle/>
                    <a:p>
                      <a:pPr algn="l">
                        <a:buNone/>
                      </a:pPr>
                      <a:r>
                        <a:rPr sz="2175" b="1">
                          <a:solidFill>
                            <a:srgbClr val="2038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[方案或对象 A]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DFD9"/>
                      </a:solidFill>
                      <a:prstDash val="solid"/>
                    </a:lnR>
                    <a:lnT w="7620">
                      <a:solidFill>
                        <a:srgbClr val="D6DFD9"/>
                      </a:solidFill>
                      <a:prstDash val="solid"/>
                    </a:lnT>
                    <a:lnB w="7620">
                      <a:solidFill>
                        <a:srgbClr val="D6DFD9"/>
                      </a:solidFill>
                      <a:prstDash val="soli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 lIns="171450" tIns="171450" rIns="171450" bIns="171450"/>
                    <a:lstStyle/>
                    <a:p>
                      <a:pPr algn="l">
                        <a:buNone/>
                      </a:pPr>
                      <a:r>
                        <a:rPr sz="2175" b="1">
                          <a:solidFill>
                            <a:srgbClr val="2038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[方案或对象 B]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DFD9"/>
                      </a:solidFill>
                      <a:prstDash val="solid"/>
                    </a:lnR>
                    <a:lnT w="7620">
                      <a:solidFill>
                        <a:srgbClr val="D6DFD9"/>
                      </a:solidFill>
                      <a:prstDash val="solid"/>
                    </a:lnT>
                    <a:lnB w="7620">
                      <a:solidFill>
                        <a:srgbClr val="D6DFD9"/>
                      </a:solidFill>
                      <a:prstDash val="solid"/>
                    </a:lnB>
                    <a:solidFill>
                      <a:srgbClr val="EDF2EE"/>
                    </a:solidFill>
                  </a:tcPr>
                </a:tc>
              </a:tr>
              <a:tr h="809625">
                <a:tc>
                  <a:txBody>
                    <a:bodyPr lIns="171450" tIns="171450" rIns="171450" bIns="171450"/>
                    <a:lstStyle/>
                    <a:p>
                      <a:pPr algn="l">
                        <a:buNone/>
                      </a:pPr>
                      <a:r>
                        <a:rPr sz="2025" b="1">
                          <a:solidFill>
                            <a:srgbClr val="2934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目标与适用条件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6DFD9"/>
                      </a:solidFill>
                      <a:prstDash val="solid"/>
                    </a:lnL>
                    <a:lnR w="7620">
                      <a:solidFill>
                        <a:srgbClr val="D6DFD9"/>
                      </a:solidFill>
                      <a:prstDash val="solid"/>
                    </a:lnR>
                    <a:lnB w="7620">
                      <a:solidFill>
                        <a:srgbClr val="D6DF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71450" rIns="171450" bIns="171450"/>
                    <a:lstStyle/>
                    <a:p>
                      <a:pPr algn="l">
                        <a:buNone/>
                      </a:pPr>
                      <a:r>
                        <a:rPr sz="2025" b="0">
                          <a:solidFill>
                            <a:srgbClr val="2934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[目标、适用场景]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DFD9"/>
                      </a:solidFill>
                      <a:prstDash val="solid"/>
                    </a:lnR>
                    <a:lnB w="7620">
                      <a:solidFill>
                        <a:srgbClr val="D6DF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71450" rIns="171450" bIns="171450"/>
                    <a:lstStyle/>
                    <a:p>
                      <a:pPr algn="l">
                        <a:buNone/>
                      </a:pPr>
                      <a:r>
                        <a:rPr sz="2025" b="0">
                          <a:solidFill>
                            <a:srgbClr val="2934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[目标、适用场景]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DFD9"/>
                      </a:solidFill>
                      <a:prstDash val="solid"/>
                    </a:lnR>
                    <a:lnB w="7620">
                      <a:solidFill>
                        <a:srgbClr val="D6DF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 lIns="171450" tIns="171450" rIns="171450" bIns="171450"/>
                    <a:lstStyle/>
                    <a:p>
                      <a:pPr algn="l">
                        <a:buNone/>
                      </a:pPr>
                      <a:r>
                        <a:rPr sz="2025" b="1">
                          <a:solidFill>
                            <a:srgbClr val="2934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主要特点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6DFD9"/>
                      </a:solidFill>
                      <a:prstDash val="solid"/>
                    </a:lnL>
                    <a:lnR w="7620">
                      <a:solidFill>
                        <a:srgbClr val="D6DFD9"/>
                      </a:solidFill>
                      <a:prstDash val="solid"/>
                    </a:lnR>
                    <a:lnB w="7620">
                      <a:solidFill>
                        <a:srgbClr val="D6DF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71450" rIns="171450" bIns="171450"/>
                    <a:lstStyle/>
                    <a:p>
                      <a:pPr algn="l">
                        <a:buNone/>
                      </a:pPr>
                      <a:r>
                        <a:rPr sz="2025" b="0">
                          <a:solidFill>
                            <a:srgbClr val="2934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[有依据的特点]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DFD9"/>
                      </a:solidFill>
                      <a:prstDash val="solid"/>
                    </a:lnR>
                    <a:lnB w="7620">
                      <a:solidFill>
                        <a:srgbClr val="D6DF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71450" rIns="171450" bIns="171450"/>
                    <a:lstStyle/>
                    <a:p>
                      <a:pPr algn="l">
                        <a:buNone/>
                      </a:pPr>
                      <a:r>
                        <a:rPr sz="2025" b="0">
                          <a:solidFill>
                            <a:srgbClr val="2934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[有依据的特点]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DFD9"/>
                      </a:solidFill>
                      <a:prstDash val="solid"/>
                    </a:lnR>
                    <a:lnB w="7620">
                      <a:solidFill>
                        <a:srgbClr val="D6DF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 lIns="171450" tIns="171450" rIns="171450" bIns="171450"/>
                    <a:lstStyle/>
                    <a:p>
                      <a:pPr algn="l">
                        <a:buNone/>
                      </a:pPr>
                      <a:r>
                        <a:rPr sz="2025" b="1">
                          <a:solidFill>
                            <a:srgbClr val="2934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约束与条件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6DFD9"/>
                      </a:solidFill>
                      <a:prstDash val="solid"/>
                    </a:lnL>
                    <a:lnR w="7620">
                      <a:solidFill>
                        <a:srgbClr val="D6DFD9"/>
                      </a:solidFill>
                      <a:prstDash val="solid"/>
                    </a:lnR>
                    <a:lnB w="7620">
                      <a:solidFill>
                        <a:srgbClr val="D6DF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71450" rIns="171450" bIns="171450"/>
                    <a:lstStyle/>
                    <a:p>
                      <a:pPr algn="l">
                        <a:buNone/>
                      </a:pPr>
                      <a:r>
                        <a:rPr sz="2025" b="0">
                          <a:solidFill>
                            <a:srgbClr val="2934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[条件、资源或限制]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DFD9"/>
                      </a:solidFill>
                      <a:prstDash val="solid"/>
                    </a:lnR>
                    <a:lnB w="7620">
                      <a:solidFill>
                        <a:srgbClr val="D6DF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71450" rIns="171450" bIns="171450"/>
                    <a:lstStyle/>
                    <a:p>
                      <a:pPr algn="l">
                        <a:buNone/>
                      </a:pPr>
                      <a:r>
                        <a:rPr sz="2025" b="0">
                          <a:solidFill>
                            <a:srgbClr val="2934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[条件、资源或限制]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DFD9"/>
                      </a:solidFill>
                      <a:prstDash val="solid"/>
                    </a:lnR>
                    <a:lnB w="7620">
                      <a:solidFill>
                        <a:srgbClr val="D6DF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52">
            <a:extLst xmlns:a="http://schemas.openxmlformats.org/drawingml/2006/main">
              <a:ext uri="{FF2B5EF4-FFF2-40B4-BE49-F238E27FC236}">
                <a16:creationId xmlns:a16="http://schemas.microsoft.com/office/drawing/2014/main" id="{D6641F7B-B646-499A-A1D6-46CA0624A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0250"/>
            <a:ext cx="10858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02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02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02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02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02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02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02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02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02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rPr>
              <a:t>[适用条件不同，选择依据也应明确]</a:t>
            </a:r>
          </a:p>
        </p:txBody>
      </p:sp>
      <p:sp>
        <p:nvSpPr>
          <p:cNvPr id="7" name="refined-18">
            <a:extLst xmlns:a="http://schemas.openxmlformats.org/drawingml/2006/main">
              <a:ext uri="{FF2B5EF4-FFF2-40B4-BE49-F238E27FC236}">
                <a16:creationId xmlns:a16="http://schemas.microsoft.com/office/drawing/2014/main" id="{31EA71F3-7F3B-4D65-96A1-D10056F79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rPr>
              <a:t>同一维度并列比较，让差别更容易看清</a:t>
            </a:r>
          </a:p>
        </p:txBody>
      </p:sp>
    </p:spTree>
    <p:extLst>
      <p:ext uri="{BB962C8B-B14F-4D97-AF65-F5344CB8AC3E}">
        <p14:creationId xmlns:p14="http://schemas.microsoft.com/office/powerpoint/2010/main" val="186644273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F4144C-1482-4697-87A5-E184A18DE504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7620000" y="3143250"/>
            <a:ext cx="8953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15F4D"/>
            </a:solidFill>
            <a:headEnd type="none" w="med" len="med"/>
            <a:tailEnd type="triangle" w="sm" len="sm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D20893-A96E-4222-A0AC-458123BF7AB5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638550" y="3143250"/>
            <a:ext cx="8953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15F4D"/>
            </a:solidFill>
            <a:headEnd type="none" w="med" len="med"/>
            <a:tailEnd type="triangle" w="sm" len="sm"/>
          </a:ln>
        </p:spPr>
      </p:cxnSp>
      <p:sp>
        <p:nvSpPr>
          <p:cNvPr id="15" name="slide-title-53">
            <a:extLst xmlns:a="http://schemas.openxmlformats.org/drawingml/2006/main">
              <a:ext uri="{FF2B5EF4-FFF2-40B4-BE49-F238E27FC236}">
                <a16:creationId xmlns:a16="http://schemas.microsoft.com/office/drawing/2014/main" id="{B9FF388F-1948-4B24-9DF5-C7548DFA1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33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33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33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33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33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33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33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33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33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rPr>
              <a:t>流程说明</a:t>
            </a:r>
          </a:p>
        </p:txBody>
      </p:sp>
      <p:sp>
        <p:nvSpPr>
          <p:cNvPr id="2" name="page-label-54">
            <a:extLst xmlns:a="http://schemas.openxmlformats.org/drawingml/2006/main">
              <a:ext uri="{FF2B5EF4-FFF2-40B4-BE49-F238E27FC236}">
                <a16:creationId xmlns:a16="http://schemas.microsoft.com/office/drawing/2014/main" id="{FC7054F7-B988-4F41-8E11-6EA30FF2B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rPr>
              <a:t>[项目或来源 · 按需填写]</a:t>
            </a:r>
          </a:p>
        </p:txBody>
      </p:sp>
      <p:sp>
        <p:nvSpPr>
          <p:cNvPr id="3" name="page-number-55">
            <a:extLst xmlns:a="http://schemas.openxmlformats.org/drawingml/2006/main">
              <a:ext uri="{FF2B5EF4-FFF2-40B4-BE49-F238E27FC236}">
                <a16:creationId xmlns:a16="http://schemas.microsoft.com/office/drawing/2014/main" id="{86AB827D-D0E6-4BFD-B656-097E3E856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4" name="text-56">
            <a:extLst xmlns:a="http://schemas.openxmlformats.org/drawingml/2006/main">
              <a:ext uri="{FF2B5EF4-FFF2-40B4-BE49-F238E27FC236}">
                <a16:creationId xmlns:a16="http://schemas.microsoft.com/office/drawing/2014/main" id="{AE185825-0569-4C02-A5F2-00D8A9A09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14525"/>
            <a:ext cx="3086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4125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4125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4125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4125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4125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4125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4125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4125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4125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7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text-57">
            <a:extLst xmlns:a="http://schemas.openxmlformats.org/drawingml/2006/main">
              <a:ext uri="{FF2B5EF4-FFF2-40B4-BE49-F238E27FC236}">
                <a16:creationId xmlns:a16="http://schemas.microsoft.com/office/drawing/2014/main" id="{B2BE43F6-E629-4823-ABD7-A92C49818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0"/>
            <a:ext cx="30861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EE"/>
          </a:solidFill>
          <a:ln xmlns:a="http://schemas.openxmlformats.org/drawingml/2006/main" w="9525">
            <a:solidFill>
              <a:srgbClr val="D6DFD9"/>
            </a:solidFill>
          </a:ln>
        </p:spPr>
        <p:txBody>
          <a:bodyPr xmlns:a="http://schemas.openxmlformats.org/drawingml/2006/main" wrap="square" lIns="152400" tIns="152400" rIns="152400" bIns="152400" anchor="ctr">
            <a:noAutofit/>
          </a:bodyPr>
          <a:lstStyle xmlns:a="http://schemas.openxmlformats.org/drawingml/2006/main">
            <a:defPPr algn="ctr">
              <a:defRPr sz="247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55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55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55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55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55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55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55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55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55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247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rPr>
              <a:t>明确输入</a:t>
            </a:r>
          </a:p>
        </p:txBody>
      </p:sp>
      <p:sp>
        <p:nvSpPr>
          <p:cNvPr id="6" name="text-58">
            <a:extLst xmlns:a="http://schemas.openxmlformats.org/drawingml/2006/main">
              <a:ext uri="{FF2B5EF4-FFF2-40B4-BE49-F238E27FC236}">
                <a16:creationId xmlns:a16="http://schemas.microsoft.com/office/drawing/2014/main" id="{BD58D28A-E078-4A78-A73D-222E81563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19550"/>
            <a:ext cx="30861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7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7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7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7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7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7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7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7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7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rPr>
              <a:t>[需要哪些材料]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rPr>
              <a:t>[先确认哪些条件]</a:t>
            </a:r>
          </a:p>
        </p:txBody>
      </p:sp>
      <p:sp>
        <p:nvSpPr>
          <p:cNvPr id="7" name="text-59">
            <a:extLst xmlns:a="http://schemas.openxmlformats.org/drawingml/2006/main">
              <a:ext uri="{FF2B5EF4-FFF2-40B4-BE49-F238E27FC236}">
                <a16:creationId xmlns:a16="http://schemas.microsoft.com/office/drawing/2014/main" id="{4C92AD59-D69D-4FA8-9C40-04162134C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914525"/>
            <a:ext cx="3086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4125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4125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4125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4125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4125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4125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4125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4125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4125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7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text-60">
            <a:extLst xmlns:a="http://schemas.openxmlformats.org/drawingml/2006/main">
              <a:ext uri="{FF2B5EF4-FFF2-40B4-BE49-F238E27FC236}">
                <a16:creationId xmlns:a16="http://schemas.microsoft.com/office/drawing/2014/main" id="{02A8F07E-111F-493A-BF29-8BF137285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667000"/>
            <a:ext cx="30861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EE"/>
          </a:solidFill>
          <a:ln xmlns:a="http://schemas.openxmlformats.org/drawingml/2006/main" w="9525">
            <a:solidFill>
              <a:srgbClr val="D6DFD9"/>
            </a:solidFill>
          </a:ln>
        </p:spPr>
        <p:txBody>
          <a:bodyPr xmlns:a="http://schemas.openxmlformats.org/drawingml/2006/main" wrap="square" lIns="152400" tIns="152400" rIns="152400" bIns="152400" anchor="ctr">
            <a:noAutofit/>
          </a:bodyPr>
          <a:lstStyle xmlns:a="http://schemas.openxmlformats.org/drawingml/2006/main">
            <a:defPPr algn="ctr">
              <a:defRPr sz="247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55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55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55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55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55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55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55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55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55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247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rPr>
              <a:t>组织处理</a:t>
            </a:r>
          </a:p>
        </p:txBody>
      </p:sp>
      <p:sp>
        <p:nvSpPr>
          <p:cNvPr id="9" name="text-61">
            <a:extLst xmlns:a="http://schemas.openxmlformats.org/drawingml/2006/main">
              <a:ext uri="{FF2B5EF4-FFF2-40B4-BE49-F238E27FC236}">
                <a16:creationId xmlns:a16="http://schemas.microsoft.com/office/drawing/2014/main" id="{3068A1B1-C284-45CC-A0C8-F9129DCD1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019550"/>
            <a:ext cx="30861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7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7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7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7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7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7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7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7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7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rPr>
              <a:t>[怎样组织与分析]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rPr>
              <a:t>[关键步骤是什么]</a:t>
            </a:r>
          </a:p>
        </p:txBody>
      </p:sp>
      <p:sp>
        <p:nvSpPr>
          <p:cNvPr id="10" name="text-62">
            <a:extLst xmlns:a="http://schemas.openxmlformats.org/drawingml/2006/main">
              <a:ext uri="{FF2B5EF4-FFF2-40B4-BE49-F238E27FC236}">
                <a16:creationId xmlns:a16="http://schemas.microsoft.com/office/drawing/2014/main" id="{96401436-A5F1-480C-9ADF-A7C820A68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914525"/>
            <a:ext cx="3086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4125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4125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4125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4125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4125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4125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4125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4125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4125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7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text-63">
            <a:extLst xmlns:a="http://schemas.openxmlformats.org/drawingml/2006/main">
              <a:ext uri="{FF2B5EF4-FFF2-40B4-BE49-F238E27FC236}">
                <a16:creationId xmlns:a16="http://schemas.microsoft.com/office/drawing/2014/main" id="{66CA2488-0F34-4F84-8106-B4655CFD2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667000"/>
            <a:ext cx="30861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EE"/>
          </a:solidFill>
          <a:ln xmlns:a="http://schemas.openxmlformats.org/drawingml/2006/main" w="9525">
            <a:solidFill>
              <a:srgbClr val="D6DFD9"/>
            </a:solidFill>
          </a:ln>
        </p:spPr>
        <p:txBody>
          <a:bodyPr xmlns:a="http://schemas.openxmlformats.org/drawingml/2006/main" wrap="square" lIns="152400" tIns="152400" rIns="152400" bIns="152400" anchor="ctr">
            <a:noAutofit/>
          </a:bodyPr>
          <a:lstStyle xmlns:a="http://schemas.openxmlformats.org/drawingml/2006/main">
            <a:defPPr algn="ctr">
              <a:defRPr sz="247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55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55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55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55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55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55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55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55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55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247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rPr>
              <a:t>形成输出</a:t>
            </a:r>
          </a:p>
        </p:txBody>
      </p:sp>
      <p:sp>
        <p:nvSpPr>
          <p:cNvPr id="12" name="text-64">
            <a:extLst xmlns:a="http://schemas.openxmlformats.org/drawingml/2006/main">
              <a:ext uri="{FF2B5EF4-FFF2-40B4-BE49-F238E27FC236}">
                <a16:creationId xmlns:a16="http://schemas.microsoft.com/office/drawing/2014/main" id="{BFEEF8CC-9ACC-4E16-9E70-FE2FAEE50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019550"/>
            <a:ext cx="30861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7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7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7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7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7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7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7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7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7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rPr>
              <a:t>[得到什么成果]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rPr>
              <a:t>[如何检查是否达标]</a:t>
            </a:r>
          </a:p>
        </p:txBody>
      </p:sp>
      <p:sp>
        <p:nvSpPr>
          <p:cNvPr id="16" name="refined-19">
            <a:extLst xmlns:a="http://schemas.openxmlformats.org/drawingml/2006/main">
              <a:ext uri="{FF2B5EF4-FFF2-40B4-BE49-F238E27FC236}">
                <a16:creationId xmlns:a16="http://schemas.microsoft.com/office/drawing/2014/main" id="{618740D7-3C65-4B03-88C0-D4BE5787B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rPr>
              <a:t>把输入、关键动作与产出对应起来</a:t>
            </a:r>
          </a:p>
        </p:txBody>
      </p:sp>
      <p:sp>
        <p:nvSpPr>
          <p:cNvPr id="17" name="refined-20">
            <a:extLst xmlns:a="http://schemas.openxmlformats.org/drawingml/2006/main">
              <a:ext uri="{FF2B5EF4-FFF2-40B4-BE49-F238E27FC236}">
                <a16:creationId xmlns:a16="http://schemas.microsoft.com/office/drawing/2014/main" id="{1D9098EB-02DC-46D1-8500-14761DD59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2930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rPr>
              <a:t>[说明步骤之间的衔接，或最需要关注的环节]</a:t>
            </a:r>
          </a:p>
        </p:txBody>
      </p:sp>
    </p:spTree>
    <p:extLst>
      <p:ext uri="{BB962C8B-B14F-4D97-AF65-F5344CB8AC3E}">
        <p14:creationId xmlns:p14="http://schemas.microsoft.com/office/powerpoint/2010/main" val="197138631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lide-title-65">
            <a:extLst xmlns:a="http://schemas.openxmlformats.org/drawingml/2006/main">
              <a:ext uri="{FF2B5EF4-FFF2-40B4-BE49-F238E27FC236}">
                <a16:creationId xmlns:a16="http://schemas.microsoft.com/office/drawing/2014/main" id="{061E498D-7CFC-4910-A0C9-CFE83C64A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33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33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33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33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33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33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33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33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33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rPr>
              <a:t>阶段计划</a:t>
            </a:r>
          </a:p>
        </p:txBody>
      </p:sp>
      <p:sp>
        <p:nvSpPr>
          <p:cNvPr id="2" name="page-label-66">
            <a:extLst xmlns:a="http://schemas.openxmlformats.org/drawingml/2006/main">
              <a:ext uri="{FF2B5EF4-FFF2-40B4-BE49-F238E27FC236}">
                <a16:creationId xmlns:a16="http://schemas.microsoft.com/office/drawing/2014/main" id="{5C5C0B72-2CAC-4A34-9BD2-7D8791480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rPr>
              <a:t>[项目或来源 · 按需填写]</a:t>
            </a:r>
          </a:p>
        </p:txBody>
      </p:sp>
      <p:sp>
        <p:nvSpPr>
          <p:cNvPr id="3" name="page-number-67">
            <a:extLst xmlns:a="http://schemas.openxmlformats.org/drawingml/2006/main">
              <a:ext uri="{FF2B5EF4-FFF2-40B4-BE49-F238E27FC236}">
                <a16:creationId xmlns:a16="http://schemas.microsoft.com/office/drawing/2014/main" id="{47CA3BB1-DE0B-4388-B96F-5C2C84809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F2D1FF-E97C-45CC-8A13-B2FA22C7C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857500"/>
            <a:ext cx="8401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6DFD9"/>
            </a:solidFill>
          </a:ln>
        </p:spPr>
      </p:sp>
      <p:sp>
        <p:nvSpPr>
          <p:cNvPr id="5" name="timeline-point-1">
            <a:extLst xmlns:a="http://schemas.openxmlformats.org/drawingml/2006/main">
              <a:ext uri="{FF2B5EF4-FFF2-40B4-BE49-F238E27FC236}">
                <a16:creationId xmlns:a16="http://schemas.microsoft.com/office/drawing/2014/main" id="{EF507D00-F3AA-459D-AC3E-273F8292B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27908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4D"/>
          </a:solidFill>
          <a:ln xmlns:a="http://schemas.openxmlformats.org/drawingml/2006/main" w="0">
            <a:solidFill>
              <a:srgbClr val="315F4D"/>
            </a:solidFill>
          </a:ln>
        </p:spPr>
      </p:sp>
      <p:sp>
        <p:nvSpPr>
          <p:cNvPr id="6" name="text-68">
            <a:extLst xmlns:a="http://schemas.openxmlformats.org/drawingml/2006/main">
              <a:ext uri="{FF2B5EF4-FFF2-40B4-BE49-F238E27FC236}">
                <a16:creationId xmlns:a16="http://schemas.microsoft.com/office/drawing/2014/main" id="{77617C0C-3127-4323-AB46-774222972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09775"/>
            <a:ext cx="2514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47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24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24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24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24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24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24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24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24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24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247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rPr>
              <a:t>阶段一</a:t>
            </a:r>
          </a:p>
        </p:txBody>
      </p:sp>
      <p:sp>
        <p:nvSpPr>
          <p:cNvPr id="7" name="text-69">
            <a:extLst xmlns:a="http://schemas.openxmlformats.org/drawingml/2006/main">
              <a:ext uri="{FF2B5EF4-FFF2-40B4-BE49-F238E27FC236}">
                <a16:creationId xmlns:a16="http://schemas.microsoft.com/office/drawing/2014/main" id="{D92AFAF0-D059-453E-8B4E-616094A94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86125"/>
            <a:ext cx="2514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75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725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725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725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725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725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725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725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725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725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875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rPr>
              <a:t>[时间 / 完成条件]</a:t>
            </a:r>
          </a:p>
        </p:txBody>
      </p:sp>
      <p:sp>
        <p:nvSpPr>
          <p:cNvPr id="8" name="text-70">
            <a:extLst xmlns:a="http://schemas.openxmlformats.org/drawingml/2006/main">
              <a:ext uri="{FF2B5EF4-FFF2-40B4-BE49-F238E27FC236}">
                <a16:creationId xmlns:a16="http://schemas.microsoft.com/office/drawing/2014/main" id="{C4CDE6A1-FF08-4647-95E8-9F7FB5FD9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10025"/>
            <a:ext cx="25146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2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7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7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7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7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7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7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7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7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7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202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rPr>
              <a:t>[主要任务]</a:t>
            </a:r>
          </a:p>
          <a:p xmlns:a="http://schemas.openxmlformats.org/drawingml/2006/main">
            <a:pPr algn="ctr">
              <a:buNone/>
              <a:defRPr sz="202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rPr>
              <a:t>[阶段交付]</a:t>
            </a:r>
          </a:p>
        </p:txBody>
      </p:sp>
      <p:sp>
        <p:nvSpPr>
          <p:cNvPr id="9" name="timeline-point-2">
            <a:extLst xmlns:a="http://schemas.openxmlformats.org/drawingml/2006/main">
              <a:ext uri="{FF2B5EF4-FFF2-40B4-BE49-F238E27FC236}">
                <a16:creationId xmlns:a16="http://schemas.microsoft.com/office/drawing/2014/main" id="{27437FD2-6598-401C-9EC8-B594576C0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7908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4D"/>
          </a:solidFill>
          <a:ln xmlns:a="http://schemas.openxmlformats.org/drawingml/2006/main" w="0">
            <a:solidFill>
              <a:srgbClr val="315F4D"/>
            </a:solidFill>
          </a:ln>
        </p:spPr>
      </p:sp>
      <p:sp>
        <p:nvSpPr>
          <p:cNvPr id="10" name="text-71">
            <a:extLst xmlns:a="http://schemas.openxmlformats.org/drawingml/2006/main">
              <a:ext uri="{FF2B5EF4-FFF2-40B4-BE49-F238E27FC236}">
                <a16:creationId xmlns:a16="http://schemas.microsoft.com/office/drawing/2014/main" id="{E2567CF7-824A-4122-8F24-A8A1E84F1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09775"/>
            <a:ext cx="2514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47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24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24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24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24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24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24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24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24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24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247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rPr>
              <a:t>阶段二</a:t>
            </a:r>
          </a:p>
        </p:txBody>
      </p:sp>
      <p:sp>
        <p:nvSpPr>
          <p:cNvPr id="11" name="text-72">
            <a:extLst xmlns:a="http://schemas.openxmlformats.org/drawingml/2006/main">
              <a:ext uri="{FF2B5EF4-FFF2-40B4-BE49-F238E27FC236}">
                <a16:creationId xmlns:a16="http://schemas.microsoft.com/office/drawing/2014/main" id="{E87EACFF-7AC0-47F3-841F-02CB7557F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86125"/>
            <a:ext cx="2514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75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725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725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725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725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725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725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725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725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725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875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rPr>
              <a:t>[时间 / 完成条件]</a:t>
            </a:r>
          </a:p>
        </p:txBody>
      </p:sp>
      <p:sp>
        <p:nvSpPr>
          <p:cNvPr id="12" name="text-73">
            <a:extLst xmlns:a="http://schemas.openxmlformats.org/drawingml/2006/main">
              <a:ext uri="{FF2B5EF4-FFF2-40B4-BE49-F238E27FC236}">
                <a16:creationId xmlns:a16="http://schemas.microsoft.com/office/drawing/2014/main" id="{78F41E46-8A1F-4AD9-A361-BEE53823D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010025"/>
            <a:ext cx="25146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2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7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7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7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7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7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7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7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7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7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202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rPr>
              <a:t>[主要任务]</a:t>
            </a:r>
          </a:p>
          <a:p xmlns:a="http://schemas.openxmlformats.org/drawingml/2006/main">
            <a:pPr algn="ctr">
              <a:buNone/>
              <a:defRPr sz="202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rPr>
              <a:t>[阶段交付]</a:t>
            </a:r>
          </a:p>
        </p:txBody>
      </p:sp>
      <p:sp>
        <p:nvSpPr>
          <p:cNvPr id="13" name="timeline-point-3">
            <a:extLst xmlns:a="http://schemas.openxmlformats.org/drawingml/2006/main">
              <a:ext uri="{FF2B5EF4-FFF2-40B4-BE49-F238E27FC236}">
                <a16:creationId xmlns:a16="http://schemas.microsoft.com/office/drawing/2014/main" id="{F2C007B6-23FF-47BC-B361-8C5920752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7908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4D"/>
          </a:solidFill>
          <a:ln xmlns:a="http://schemas.openxmlformats.org/drawingml/2006/main" w="0">
            <a:solidFill>
              <a:srgbClr val="315F4D"/>
            </a:solidFill>
          </a:ln>
        </p:spPr>
      </p:sp>
      <p:sp>
        <p:nvSpPr>
          <p:cNvPr id="14" name="text-74">
            <a:extLst xmlns:a="http://schemas.openxmlformats.org/drawingml/2006/main">
              <a:ext uri="{FF2B5EF4-FFF2-40B4-BE49-F238E27FC236}">
                <a16:creationId xmlns:a16="http://schemas.microsoft.com/office/drawing/2014/main" id="{E517AAE7-80F2-42DE-8DFB-13D8A763C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009775"/>
            <a:ext cx="2514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47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24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24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24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24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24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24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24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24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24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247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rPr>
              <a:t>阶段三</a:t>
            </a:r>
          </a:p>
        </p:txBody>
      </p:sp>
      <p:sp>
        <p:nvSpPr>
          <p:cNvPr id="15" name="text-75">
            <a:extLst xmlns:a="http://schemas.openxmlformats.org/drawingml/2006/main">
              <a:ext uri="{FF2B5EF4-FFF2-40B4-BE49-F238E27FC236}">
                <a16:creationId xmlns:a16="http://schemas.microsoft.com/office/drawing/2014/main" id="{3A8F78D7-B6A5-42F4-AAAF-24E2938B8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286125"/>
            <a:ext cx="2514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75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725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725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725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725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725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725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725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725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725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875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rPr>
              <a:t>[时间 / 完成条件]</a:t>
            </a:r>
          </a:p>
        </p:txBody>
      </p:sp>
      <p:sp>
        <p:nvSpPr>
          <p:cNvPr id="16" name="text-76">
            <a:extLst xmlns:a="http://schemas.openxmlformats.org/drawingml/2006/main">
              <a:ext uri="{FF2B5EF4-FFF2-40B4-BE49-F238E27FC236}">
                <a16:creationId xmlns:a16="http://schemas.microsoft.com/office/drawing/2014/main" id="{7F6A261F-DA85-416E-BD1B-64869F850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10025"/>
            <a:ext cx="25146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2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7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7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7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7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7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7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7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7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7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202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rPr>
              <a:t>[主要任务]</a:t>
            </a:r>
          </a:p>
          <a:p xmlns:a="http://schemas.openxmlformats.org/drawingml/2006/main">
            <a:pPr algn="ctr">
              <a:buNone/>
              <a:defRPr sz="202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rPr>
              <a:t>[阶段交付]</a:t>
            </a:r>
          </a:p>
        </p:txBody>
      </p:sp>
      <p:sp>
        <p:nvSpPr>
          <p:cNvPr id="17" name="timeline-point-4">
            <a:extLst xmlns:a="http://schemas.openxmlformats.org/drawingml/2006/main">
              <a:ext uri="{FF2B5EF4-FFF2-40B4-BE49-F238E27FC236}">
                <a16:creationId xmlns:a16="http://schemas.microsoft.com/office/drawing/2014/main" id="{A964F201-970B-49A1-8809-853221C9E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27908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4D"/>
          </a:solidFill>
          <a:ln xmlns:a="http://schemas.openxmlformats.org/drawingml/2006/main" w="0">
            <a:solidFill>
              <a:srgbClr val="315F4D"/>
            </a:solidFill>
          </a:ln>
        </p:spPr>
      </p:sp>
      <p:sp>
        <p:nvSpPr>
          <p:cNvPr id="18" name="text-77">
            <a:extLst xmlns:a="http://schemas.openxmlformats.org/drawingml/2006/main">
              <a:ext uri="{FF2B5EF4-FFF2-40B4-BE49-F238E27FC236}">
                <a16:creationId xmlns:a16="http://schemas.microsoft.com/office/drawing/2014/main" id="{EF7C3FA6-D727-43BF-A0E7-E099D7F01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009775"/>
            <a:ext cx="2514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47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24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24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24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24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24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24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24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24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24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247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rPr>
              <a:t>阶段四</a:t>
            </a:r>
          </a:p>
        </p:txBody>
      </p:sp>
      <p:sp>
        <p:nvSpPr>
          <p:cNvPr id="19" name="text-78">
            <a:extLst xmlns:a="http://schemas.openxmlformats.org/drawingml/2006/main">
              <a:ext uri="{FF2B5EF4-FFF2-40B4-BE49-F238E27FC236}">
                <a16:creationId xmlns:a16="http://schemas.microsoft.com/office/drawing/2014/main" id="{0DCC54A5-1D1F-4020-B6A8-E0AA9D3A8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286125"/>
            <a:ext cx="2514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75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725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725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725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725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725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725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725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725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725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875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rPr>
              <a:t>[时间 / 完成条件]</a:t>
            </a:r>
          </a:p>
        </p:txBody>
      </p:sp>
      <p:sp>
        <p:nvSpPr>
          <p:cNvPr id="20" name="text-79">
            <a:extLst xmlns:a="http://schemas.openxmlformats.org/drawingml/2006/main">
              <a:ext uri="{FF2B5EF4-FFF2-40B4-BE49-F238E27FC236}">
                <a16:creationId xmlns:a16="http://schemas.microsoft.com/office/drawing/2014/main" id="{75249248-AEC4-485D-947A-3FF21EBC7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010025"/>
            <a:ext cx="25146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2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7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7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7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7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7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7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7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7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7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202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rPr>
              <a:t>[主要任务]</a:t>
            </a:r>
          </a:p>
          <a:p xmlns:a="http://schemas.openxmlformats.org/drawingml/2006/main">
            <a:pPr algn="ctr">
              <a:buNone/>
              <a:defRPr sz="202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rPr>
              <a:t>[阶段交付]</a:t>
            </a:r>
          </a:p>
        </p:txBody>
      </p:sp>
      <p:sp>
        <p:nvSpPr>
          <p:cNvPr id="22" name="refined-21">
            <a:extLst xmlns:a="http://schemas.openxmlformats.org/drawingml/2006/main">
              <a:ext uri="{FF2B5EF4-FFF2-40B4-BE49-F238E27FC236}">
                <a16:creationId xmlns:a16="http://schemas.microsoft.com/office/drawing/2014/main" id="{4C8FEE93-32A4-49C0-8BB5-8036F5E18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rPr>
              <a:t>每个阶段对应明确的任务与完成条件</a:t>
            </a:r>
          </a:p>
        </p:txBody>
      </p:sp>
      <p:sp>
        <p:nvSpPr>
          <p:cNvPr id="23" name="refined-22">
            <a:extLst xmlns:a="http://schemas.openxmlformats.org/drawingml/2006/main">
              <a:ext uri="{FF2B5EF4-FFF2-40B4-BE49-F238E27FC236}">
                <a16:creationId xmlns:a16="http://schemas.microsoft.com/office/drawing/2014/main" id="{0308F311-39C2-4A44-A36F-AEFEFA736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2930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rPr>
              <a:t>[计划的关键依赖、检查点或推进原则]</a:t>
            </a:r>
          </a:p>
        </p:txBody>
      </p:sp>
    </p:spTree>
    <p:extLst>
      <p:ext uri="{BB962C8B-B14F-4D97-AF65-F5344CB8AC3E}">
        <p14:creationId xmlns:p14="http://schemas.microsoft.com/office/powerpoint/2010/main" val="131507498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-80">
            <a:extLst xmlns:a="http://schemas.openxmlformats.org/drawingml/2006/main">
              <a:ext uri="{FF2B5EF4-FFF2-40B4-BE49-F238E27FC236}">
                <a16:creationId xmlns:a16="http://schemas.microsoft.com/office/drawing/2014/main" id="{1FD3A46B-BD38-43CF-B537-991A5C281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33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33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33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33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33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33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33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33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33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rPr>
              <a:t>总结与讨论</a:t>
            </a:r>
          </a:p>
        </p:txBody>
      </p:sp>
      <p:sp>
        <p:nvSpPr>
          <p:cNvPr id="2" name="page-label-81">
            <a:extLst xmlns:a="http://schemas.openxmlformats.org/drawingml/2006/main">
              <a:ext uri="{FF2B5EF4-FFF2-40B4-BE49-F238E27FC236}">
                <a16:creationId xmlns:a16="http://schemas.microsoft.com/office/drawing/2014/main" id="{69E90E69-12DD-4B90-B8C4-19E1BACE5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rPr>
              <a:t>[项目或来源 · 按需填写]</a:t>
            </a:r>
          </a:p>
        </p:txBody>
      </p:sp>
      <p:sp>
        <p:nvSpPr>
          <p:cNvPr id="3" name="page-number-82">
            <a:extLst xmlns:a="http://schemas.openxmlformats.org/drawingml/2006/main">
              <a:ext uri="{FF2B5EF4-FFF2-40B4-BE49-F238E27FC236}">
                <a16:creationId xmlns:a16="http://schemas.microsoft.com/office/drawing/2014/main" id="{0C207911-7C89-4D5E-BFB3-1CFA18016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1125" b="0">
                <a:solidFill>
                  <a:srgbClr val="747C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4" name="text-83">
            <a:extLst xmlns:a="http://schemas.openxmlformats.org/drawingml/2006/main">
              <a:ext uri="{FF2B5EF4-FFF2-40B4-BE49-F238E27FC236}">
                <a16:creationId xmlns:a16="http://schemas.microsoft.com/office/drawing/2014/main" id="{7392ECF7-FADC-48DD-9DFB-2CAB7A811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76525"/>
            <a:ext cx="714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850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850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850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850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850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850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850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850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850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85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text-84">
            <a:extLst xmlns:a="http://schemas.openxmlformats.org/drawingml/2006/main">
              <a:ext uri="{FF2B5EF4-FFF2-40B4-BE49-F238E27FC236}">
                <a16:creationId xmlns:a16="http://schemas.microsoft.com/office/drawing/2014/main" id="{F8BC0D6A-15D5-4AC8-A4E9-C13201EB5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695575"/>
            <a:ext cx="5715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4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4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4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4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4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4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4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4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4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325" b="1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rPr>
              <a:t>[最重要的一条认识]</a:t>
            </a:r>
          </a:p>
        </p:txBody>
      </p:sp>
      <p:sp>
        <p:nvSpPr>
          <p:cNvPr id="6" name="text-85">
            <a:extLst xmlns:a="http://schemas.openxmlformats.org/drawingml/2006/main">
              <a:ext uri="{FF2B5EF4-FFF2-40B4-BE49-F238E27FC236}">
                <a16:creationId xmlns:a16="http://schemas.microsoft.com/office/drawing/2014/main" id="{C1F7211E-5238-4B26-AB36-552A75FD6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14750"/>
            <a:ext cx="714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850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850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850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850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850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850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850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850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850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85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text-86">
            <a:extLst xmlns:a="http://schemas.openxmlformats.org/drawingml/2006/main">
              <a:ext uri="{FF2B5EF4-FFF2-40B4-BE49-F238E27FC236}">
                <a16:creationId xmlns:a16="http://schemas.microsoft.com/office/drawing/2014/main" id="{B804F77D-ACB3-40E6-988C-5F5A42977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3733800"/>
            <a:ext cx="5715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4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4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4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4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4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4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4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4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4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325" b="1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rPr>
              <a:t>[第二项关键发现或判断]</a:t>
            </a:r>
          </a:p>
        </p:txBody>
      </p:sp>
      <p:sp>
        <p:nvSpPr>
          <p:cNvPr id="8" name="text-87">
            <a:extLst xmlns:a="http://schemas.openxmlformats.org/drawingml/2006/main">
              <a:ext uri="{FF2B5EF4-FFF2-40B4-BE49-F238E27FC236}">
                <a16:creationId xmlns:a16="http://schemas.microsoft.com/office/drawing/2014/main" id="{69BD8577-D4F6-4CED-BD3B-FF6941924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52975"/>
            <a:ext cx="714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850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850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850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850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850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850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850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850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850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85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9" name="text-88">
            <a:extLst xmlns:a="http://schemas.openxmlformats.org/drawingml/2006/main">
              <a:ext uri="{FF2B5EF4-FFF2-40B4-BE49-F238E27FC236}">
                <a16:creationId xmlns:a16="http://schemas.microsoft.com/office/drawing/2014/main" id="{70AD9078-B7F3-433B-BC24-072EC6469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772025"/>
            <a:ext cx="5715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4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4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4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4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4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4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4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4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400" b="1">
                <a:solidFill>
                  <a:srgbClr val="20272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325" b="1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rPr>
              <a:t>[需要带走的主要启发]</a:t>
            </a:r>
          </a:p>
        </p:txBody>
      </p:sp>
      <p:sp>
        <p:nvSpPr>
          <p:cNvPr id="11" name="refined-23">
            <a:extLst xmlns:a="http://schemas.openxmlformats.org/drawingml/2006/main">
              <a:ext uri="{FF2B5EF4-FFF2-40B4-BE49-F238E27FC236}">
                <a16:creationId xmlns:a16="http://schemas.microsoft.com/office/drawing/2014/main" id="{44C2AB75-F030-424C-BD60-430A393E8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rPr>
              <a:t>回到主要问题，把认识与后续安排连起来</a:t>
            </a:r>
          </a:p>
        </p:txBody>
      </p:sp>
      <p:sp>
        <p:nvSpPr>
          <p:cNvPr id="12" name="refined-24">
            <a:extLst xmlns:a="http://schemas.openxmlformats.org/drawingml/2006/main">
              <a:ext uri="{FF2B5EF4-FFF2-40B4-BE49-F238E27FC236}">
                <a16:creationId xmlns:a16="http://schemas.microsoft.com/office/drawing/2014/main" id="{DDFA2F44-8C61-4320-971B-6C0914ED6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47850"/>
            <a:ext cx="628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rPr>
              <a:t>主要认识</a:t>
            </a:r>
          </a:p>
        </p:txBody>
      </p:sp>
      <p:sp>
        <p:nvSpPr>
          <p:cNvPr id="13" name="refined-25">
            <a:extLst xmlns:a="http://schemas.openxmlformats.org/drawingml/2006/main">
              <a:ext uri="{FF2B5EF4-FFF2-40B4-BE49-F238E27FC236}">
                <a16:creationId xmlns:a16="http://schemas.microsoft.com/office/drawing/2014/main" id="{330D67A2-BF80-48AE-94E0-5392BEF18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47850"/>
            <a:ext cx="352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rPr>
              <a:t>讨论与下一步</a:t>
            </a:r>
          </a:p>
        </p:txBody>
      </p:sp>
      <p:sp>
        <p:nvSpPr>
          <p:cNvPr id="14" name="refined-26">
            <a:extLst xmlns:a="http://schemas.openxmlformats.org/drawingml/2006/main">
              <a:ext uri="{FF2B5EF4-FFF2-40B4-BE49-F238E27FC236}">
                <a16:creationId xmlns:a16="http://schemas.microsoft.com/office/drawing/2014/main" id="{ECEB9C6A-8A0D-4A6D-80B0-496CFCEAA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714625"/>
            <a:ext cx="3524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rPr>
              <a:t>[还需讨论什么问题？]</a:t>
            </a:r>
          </a:p>
        </p:txBody>
      </p:sp>
      <p:sp>
        <p:nvSpPr>
          <p:cNvPr id="15" name="refined-27">
            <a:extLst xmlns:a="http://schemas.openxmlformats.org/drawingml/2006/main">
              <a:ext uri="{FF2B5EF4-FFF2-40B4-BE49-F238E27FC236}">
                <a16:creationId xmlns:a16="http://schemas.microsoft.com/office/drawing/2014/main" id="{50F4F10C-201E-4224-98A0-9CDE5CB69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171950"/>
            <a:ext cx="3524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rPr>
              <a:t>[下一步优先推进什么？]</a:t>
            </a:r>
          </a:p>
        </p:txBody>
      </p:sp>
    </p:spTree>
    <p:extLst>
      <p:ext uri="{BB962C8B-B14F-4D97-AF65-F5344CB8AC3E}">
        <p14:creationId xmlns:p14="http://schemas.microsoft.com/office/powerpoint/2010/main" val="41702330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age-label-89">
            <a:extLst xmlns:a="http://schemas.openxmlformats.org/drawingml/2006/main">
              <a:ext uri="{FF2B5EF4-FFF2-40B4-BE49-F238E27FC236}">
                <a16:creationId xmlns:a16="http://schemas.microsoft.com/office/drawing/2014/main" id="{44FBAAAB-14DA-475A-BCBD-E8E7AB653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8642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125" b="0">
                <a:solidFill>
                  <a:srgbClr val="BDC9B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125" b="0">
                <a:solidFill>
                  <a:srgbClr val="BDC9B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125" b="0">
                <a:solidFill>
                  <a:srgbClr val="BDC9B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125" b="0">
                <a:solidFill>
                  <a:srgbClr val="BDC9B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125" b="0">
                <a:solidFill>
                  <a:srgbClr val="BDC9B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125" b="0">
                <a:solidFill>
                  <a:srgbClr val="BDC9B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125" b="0">
                <a:solidFill>
                  <a:srgbClr val="BDC9B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125" b="0">
                <a:solidFill>
                  <a:srgbClr val="BDC9B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125" b="0">
                <a:solidFill>
                  <a:srgbClr val="BDC9B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rPr>
              <a:t>[联系方式或后续安排]</a:t>
            </a:r>
          </a:p>
        </p:txBody>
      </p:sp>
      <p:sp>
        <p:nvSpPr>
          <p:cNvPr id="2" name="page-number-90">
            <a:extLst xmlns:a="http://schemas.openxmlformats.org/drawingml/2006/main">
              <a:ext uri="{FF2B5EF4-FFF2-40B4-BE49-F238E27FC236}">
                <a16:creationId xmlns:a16="http://schemas.microsoft.com/office/drawing/2014/main" id="{039BDAB8-8E35-45F9-86EE-5D12FA019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1125" b="0">
                <a:solidFill>
                  <a:srgbClr val="BDC9BF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1125" b="0">
                <a:solidFill>
                  <a:srgbClr val="BDC9BF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1125" b="0">
                <a:solidFill>
                  <a:srgbClr val="BDC9BF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1125" b="0">
                <a:solidFill>
                  <a:srgbClr val="BDC9BF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1125" b="0">
                <a:solidFill>
                  <a:srgbClr val="BDC9BF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1125" b="0">
                <a:solidFill>
                  <a:srgbClr val="BDC9BF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1125" b="0">
                <a:solidFill>
                  <a:srgbClr val="BDC9BF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1125" b="0">
                <a:solidFill>
                  <a:srgbClr val="BDC9BF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1125" b="0">
                <a:solidFill>
                  <a:srgbClr val="BDC9B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3" name="closing-title-91">
            <a:extLst xmlns:a="http://schemas.openxmlformats.org/drawingml/2006/main">
              <a:ext uri="{FF2B5EF4-FFF2-40B4-BE49-F238E27FC236}">
                <a16:creationId xmlns:a16="http://schemas.microsoft.com/office/drawing/2014/main" id="{DF24BDB6-DE46-49F1-9977-85CBA2979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52650"/>
            <a:ext cx="10953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40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5850" b="1">
                <a:solidFill>
                  <a:srgbClr val="FAFAF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5850" b="1">
                <a:solidFill>
                  <a:srgbClr val="FAFAF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5850" b="1">
                <a:solidFill>
                  <a:srgbClr val="FAFAF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5850" b="1">
                <a:solidFill>
                  <a:srgbClr val="FAFAF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5850" b="1">
                <a:solidFill>
                  <a:srgbClr val="FAFAF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5850" b="1">
                <a:solidFill>
                  <a:srgbClr val="FAFAF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5850" b="1">
                <a:solidFill>
                  <a:srgbClr val="FAFAF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5850" b="1">
                <a:solidFill>
                  <a:srgbClr val="FAFAF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5850" b="1">
                <a:solidFill>
                  <a:srgbClr val="FAFAF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540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0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rPr>
              <a:t>感谢聆听</a:t>
            </a:r>
          </a:p>
        </p:txBody>
      </p:sp>
      <p:sp>
        <p:nvSpPr>
          <p:cNvPr id="4" name="text-92">
            <a:extLst xmlns:a="http://schemas.openxmlformats.org/drawingml/2006/main">
              <a:ext uri="{FF2B5EF4-FFF2-40B4-BE49-F238E27FC236}">
                <a16:creationId xmlns:a16="http://schemas.microsoft.com/office/drawing/2014/main" id="{C67B63C9-A866-4724-BF5F-FA9F6CBEA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05200"/>
            <a:ext cx="1047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75" b="0">
                <a:solidFill>
                  <a:srgbClr val="BDC9B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75" b="0">
                <a:solidFill>
                  <a:srgbClr val="BDC9B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75" b="0">
                <a:solidFill>
                  <a:srgbClr val="BDC9B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75" b="0">
                <a:solidFill>
                  <a:srgbClr val="BDC9B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75" b="0">
                <a:solidFill>
                  <a:srgbClr val="BDC9B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75" b="0">
                <a:solidFill>
                  <a:srgbClr val="BDC9B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75" b="0">
                <a:solidFill>
                  <a:srgbClr val="BDC9B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75" b="0">
                <a:solidFill>
                  <a:srgbClr val="BDC9B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75" b="0">
                <a:solidFill>
                  <a:srgbClr val="BDC9B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850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rPr>
              <a:t>欢迎交流，期待建议</a:t>
            </a:r>
          </a:p>
        </p:txBody>
      </p:sp>
      <p:sp>
        <p:nvSpPr>
          <p:cNvPr id="6" name="refined-28">
            <a:extLst xmlns:a="http://schemas.openxmlformats.org/drawingml/2006/main">
              <a:ext uri="{FF2B5EF4-FFF2-40B4-BE49-F238E27FC236}">
                <a16:creationId xmlns:a16="http://schemas.microsoft.com/office/drawing/2014/main" id="{1CCCBA20-0F20-404D-8636-F0C696BEE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rPr>
              <a:t>交流与讨论</a:t>
            </a:r>
          </a:p>
        </p:txBody>
      </p:sp>
      <p:sp>
        <p:nvSpPr>
          <p:cNvPr id="7" name="refined-29">
            <a:extLst xmlns:a="http://schemas.openxmlformats.org/drawingml/2006/main">
              <a:ext uri="{FF2B5EF4-FFF2-40B4-BE49-F238E27FC236}">
                <a16:creationId xmlns:a16="http://schemas.microsoft.com/office/drawing/2014/main" id="{5D813585-78E5-405B-B284-604CB3A00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05400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rPr>
              <a:t>[姓名 / 团队]</a:t>
            </a:r>
          </a:p>
        </p:txBody>
      </p:sp>
    </p:spTree>
    <p:extLst>
      <p:ext uri="{BB962C8B-B14F-4D97-AF65-F5344CB8AC3E}">
        <p14:creationId xmlns:p14="http://schemas.microsoft.com/office/powerpoint/2010/main" val="18946893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2026-10-24T05:02:34.8800000Z</dcterms:created>
  <dcterms:modified xsi:type="dcterms:W3CDTF">2026-10-24T05:02:34.8800000Z</dcterms:modified>
</coreProperties>
</file>